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slides/slide12.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media/media24.mp4" ContentType="video/mp4"/>
  <Override PartName="/ppt/media/media22.mp4" ContentType="video/mp4"/>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 blanco">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dt" idx="1"/>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 name="PlaceHolder 2"/>
          <p:cNvSpPr>
            <a:spLocks noGrp="1"/>
          </p:cNvSpPr>
          <p:nvPr>
            <p:ph type="ftr" idx="2"/>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 name="PlaceHolder 3"/>
          <p:cNvSpPr>
            <a:spLocks noGrp="1"/>
          </p:cNvSpPr>
          <p:nvPr>
            <p:ph type="sldNum" idx="3"/>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9D658D1A-E751-4AE0-8BF0-193D304D6C9C}" type="slidenum">
              <a:rPr lang="es-E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5" name="PlaceHolder 4"/>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Click to edit the title text format</a:t>
            </a:r>
            <a:endParaRPr lang="es-ES" sz="4400" b="0" u="none" strike="noStrike">
              <a:solidFill>
                <a:schemeClr val="dk1"/>
              </a:solidFill>
              <a:effectLst/>
              <a:uFillTx/>
              <a:latin typeface="Calibri Light"/>
            </a:endParaRPr>
          </a:p>
        </p:txBody>
      </p:sp>
      <p:sp>
        <p:nvSpPr>
          <p:cNvPr id="6"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SzPct val="75000"/>
              <a:buFont typeface="Symbol" charset="2"/>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SzPct val="45000"/>
              <a:buFont typeface="Wingdings" charset="2"/>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SzPct val="75000"/>
              <a:buFont typeface="Symbol" charset="2"/>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SzPct val="45000"/>
              <a:buFont typeface="Wingdings" charset="2"/>
              <a:buChar char=""/>
              <a:defRPr lang="es-ES" sz="1800" b="0" u="none" strike="noStrike">
                <a:solidFill>
                  <a:schemeClr val="dk1"/>
                </a:solidFill>
                <a:effectLst/>
                <a:uFillTx/>
                <a:latin typeface="Calibri"/>
              </a:defRPr>
            </a:lvl5pPr>
            <a:lvl6pPr lvl="5" algn="l" defTabSz="914400">
              <a:lnSpc>
                <a:spcPct val="90000"/>
              </a:lnSpc>
              <a:spcBef>
                <a:spcPts val="283"/>
              </a:spcBef>
              <a:buClr>
                <a:srgbClr val="000000"/>
              </a:buClr>
              <a:buSzPct val="45000"/>
              <a:buFont typeface="Wingdings" charset="2"/>
              <a:buChar char=""/>
              <a:defRPr lang="es-ES" sz="2000" b="0" u="none" strike="noStrike">
                <a:solidFill>
                  <a:schemeClr val="dk1"/>
                </a:solidFill>
                <a:effectLst/>
                <a:uFillTx/>
                <a:latin typeface="Calibri"/>
              </a:defRPr>
            </a:lvl6pPr>
            <a:lvl7pPr lvl="6" algn="l" defTabSz="914400">
              <a:lnSpc>
                <a:spcPct val="90000"/>
              </a:lnSpc>
              <a:spcBef>
                <a:spcPts val="283"/>
              </a:spcBef>
              <a:buClr>
                <a:srgbClr val="000000"/>
              </a:buClr>
              <a:buSzPct val="45000"/>
              <a:buFont typeface="Wingdings" charset="2"/>
              <a:buChar char=""/>
              <a:defRPr lang="es-ES" sz="2000" b="0" u="none" strike="noStrike">
                <a:solidFill>
                  <a:schemeClr val="dk1"/>
                </a:solidFill>
                <a:effectLst/>
                <a:uFillTx/>
                <a:latin typeface="Calibri"/>
              </a:defRPr>
            </a:lvl7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Click to edit the outline text format</a:t>
            </a:r>
            <a:endParaRPr lang="es-ES" sz="2800" b="0" u="none" strike="noStrike">
              <a:solidFill>
                <a:schemeClr val="dk1"/>
              </a:solidFill>
              <a:effectLst/>
              <a:uFillTx/>
              <a:latin typeface="Calibri"/>
            </a:endParaRPr>
          </a:p>
          <a:p>
            <a:pPr marL="864000" lvl="1" indent="-324000" algn="l" defTabSz="914400">
              <a:lnSpc>
                <a:spcPct val="90000"/>
              </a:lnSpc>
              <a:spcBef>
                <a:spcPts val="499"/>
              </a:spcBef>
              <a:buClr>
                <a:srgbClr val="000000"/>
              </a:buClr>
              <a:buSzPct val="75000"/>
              <a:buFont typeface="Symbol" charset="2"/>
              <a:buChar char=""/>
            </a:pPr>
            <a:r>
              <a:rPr lang="es-ES" sz="2400" b="0" u="none" strike="noStrike">
                <a:solidFill>
                  <a:schemeClr val="dk1"/>
                </a:solidFill>
                <a:effectLst/>
                <a:uFillTx/>
                <a:latin typeface="Calibri"/>
              </a:rPr>
              <a:t>Second Outline Level</a:t>
            </a:r>
            <a:endParaRPr lang="es-ES" sz="2400" b="0" u="none" strike="noStrike">
              <a:solidFill>
                <a:schemeClr val="dk1"/>
              </a:solidFill>
              <a:effectLst/>
              <a:uFillTx/>
              <a:latin typeface="Calibri"/>
            </a:endParaRPr>
          </a:p>
          <a:p>
            <a:pPr marL="1296000" lvl="2" indent="-288000" algn="l" defTabSz="914400">
              <a:lnSpc>
                <a:spcPct val="90000"/>
              </a:lnSpc>
              <a:spcBef>
                <a:spcPts val="499"/>
              </a:spcBef>
              <a:buClr>
                <a:srgbClr val="000000"/>
              </a:buClr>
              <a:buSzPct val="45000"/>
              <a:buFont typeface="Wingdings" charset="2"/>
              <a:buChar char=""/>
            </a:pPr>
            <a:r>
              <a:rPr lang="es-ES" sz="2000" b="0" u="none" strike="noStrike">
                <a:solidFill>
                  <a:schemeClr val="dk1"/>
                </a:solidFill>
                <a:effectLst/>
                <a:uFillTx/>
                <a:latin typeface="Calibri"/>
              </a:rPr>
              <a:t>Third Outline Level</a:t>
            </a:r>
            <a:endParaRPr lang="es-ES" sz="2000" b="0" u="none" strike="noStrike">
              <a:solidFill>
                <a:schemeClr val="dk1"/>
              </a:solidFill>
              <a:effectLst/>
              <a:uFillTx/>
              <a:latin typeface="Calibri"/>
            </a:endParaRPr>
          </a:p>
          <a:p>
            <a:pPr marL="1728000" lvl="3" indent="-216000" algn="l" defTabSz="914400">
              <a:lnSpc>
                <a:spcPct val="90000"/>
              </a:lnSpc>
              <a:spcBef>
                <a:spcPts val="499"/>
              </a:spcBef>
              <a:buClr>
                <a:srgbClr val="000000"/>
              </a:buClr>
              <a:buSzPct val="75000"/>
              <a:buFont typeface="Symbol" charset="2"/>
              <a:buChar char=""/>
            </a:pPr>
            <a:r>
              <a:rPr lang="es-ES" sz="1800" b="0" u="none" strike="noStrike">
                <a:solidFill>
                  <a:schemeClr val="dk1"/>
                </a:solidFill>
                <a:effectLst/>
                <a:uFillTx/>
                <a:latin typeface="Calibri"/>
              </a:rPr>
              <a:t>Fourth Outline Level</a:t>
            </a:r>
            <a:endParaRPr lang="es-ES" sz="1800" b="0" u="none" strike="noStrike">
              <a:solidFill>
                <a:schemeClr val="dk1"/>
              </a:solidFill>
              <a:effectLst/>
              <a:uFillTx/>
              <a:latin typeface="Calibri"/>
            </a:endParaRPr>
          </a:p>
          <a:p>
            <a:pPr marL="2160000" lvl="4" indent="-216000" algn="l" defTabSz="914400">
              <a:lnSpc>
                <a:spcPct val="90000"/>
              </a:lnSpc>
              <a:spcBef>
                <a:spcPts val="499"/>
              </a:spcBef>
              <a:buClr>
                <a:srgbClr val="000000"/>
              </a:buClr>
              <a:buSzPct val="45000"/>
              <a:buFont typeface="Wingdings" charset="2"/>
              <a:buChar char=""/>
            </a:pPr>
            <a:r>
              <a:rPr lang="es-ES" sz="1800" b="0" u="none" strike="noStrike">
                <a:solidFill>
                  <a:schemeClr val="dk1"/>
                </a:solidFill>
                <a:effectLst/>
                <a:uFillTx/>
                <a:latin typeface="Calibri"/>
              </a:rPr>
              <a:t>Fifth Outline Level</a:t>
            </a:r>
            <a:endParaRPr lang="es-ES" sz="1800" b="0" u="none" strike="noStrike">
              <a:solidFill>
                <a:schemeClr val="dk1"/>
              </a:solidFill>
              <a:effectLst/>
              <a:uFillTx/>
              <a:latin typeface="Calibri"/>
            </a:endParaRPr>
          </a:p>
          <a:p>
            <a:pPr marL="2592000" lvl="5" indent="-216000" algn="l" defTabSz="914400">
              <a:lnSpc>
                <a:spcPct val="90000"/>
              </a:lnSpc>
              <a:spcBef>
                <a:spcPts val="283"/>
              </a:spcBef>
              <a:buClr>
                <a:srgbClr val="000000"/>
              </a:buClr>
              <a:buSzPct val="45000"/>
              <a:buFont typeface="Wingdings" charset="2"/>
              <a:buChar char=""/>
            </a:pPr>
            <a:r>
              <a:rPr lang="es-ES" sz="2000" b="0" u="none" strike="noStrike">
                <a:solidFill>
                  <a:schemeClr val="dk1"/>
                </a:solidFill>
                <a:effectLst/>
                <a:uFillTx/>
                <a:latin typeface="Calibri"/>
              </a:rPr>
              <a:t>Sixth Outline Level</a:t>
            </a:r>
            <a:endParaRPr lang="es-ES" sz="2000" b="0" u="none" strike="noStrike">
              <a:solidFill>
                <a:schemeClr val="dk1"/>
              </a:solidFill>
              <a:effectLst/>
              <a:uFillTx/>
              <a:latin typeface="Calibri"/>
            </a:endParaRPr>
          </a:p>
          <a:p>
            <a:pPr marL="3024000" lvl="6" indent="-216000" algn="l" defTabSz="914400">
              <a:lnSpc>
                <a:spcPct val="90000"/>
              </a:lnSpc>
              <a:spcBef>
                <a:spcPts val="283"/>
              </a:spcBef>
              <a:buClr>
                <a:srgbClr val="000000"/>
              </a:buClr>
              <a:buSzPct val="45000"/>
              <a:buFont typeface="Wingdings" charset="2"/>
              <a:buChar char=""/>
            </a:pPr>
            <a:r>
              <a:rPr lang="es-ES" sz="2000" b="0" u="none" strike="noStrike">
                <a:solidFill>
                  <a:schemeClr val="dk1"/>
                </a:solidFill>
                <a:effectLst/>
                <a:uFillTx/>
                <a:latin typeface="Calibri"/>
              </a:rPr>
              <a:t>Seventh Outline Level</a:t>
            </a:r>
            <a:endParaRPr lang="es-ES" sz="2000" b="0" u="none" strike="noStrike">
              <a:solidFill>
                <a:schemeClr val="dk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ido con título">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9880"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es-ES" sz="3200" b="0" u="none" strike="noStrike">
                <a:solidFill>
                  <a:schemeClr val="dk1"/>
                </a:solidFill>
                <a:effectLst/>
                <a:uFillTx/>
                <a:latin typeface="Calibri Light"/>
              </a:defRPr>
            </a:lvl1pPr>
          </a:lstStyle>
          <a:p>
            <a:pPr indent="0" algn="l" defTabSz="914400">
              <a:lnSpc>
                <a:spcPct val="90000"/>
              </a:lnSpc>
              <a:buNone/>
              <a:tabLst>
                <a:tab pos="0" algn="l"/>
              </a:tabLst>
            </a:pPr>
            <a:r>
              <a:rPr lang="es-ES" sz="3200" b="0" u="none" strike="noStrike">
                <a:solidFill>
                  <a:schemeClr val="dk1"/>
                </a:solidFill>
                <a:effectLst/>
                <a:uFillTx/>
                <a:latin typeface="Calibri Light"/>
              </a:rPr>
              <a:t>Haga clic para modificar el estilo de título del patrón</a:t>
            </a:r>
            <a:endParaRPr lang="es-ES" sz="3200" b="0" u="none" strike="noStrike">
              <a:solidFill>
                <a:schemeClr val="dk1"/>
              </a:solidFill>
              <a:effectLst/>
              <a:uFillTx/>
              <a:latin typeface="Calibri Light"/>
            </a:endParaRPr>
          </a:p>
        </p:txBody>
      </p:sp>
      <p:sp>
        <p:nvSpPr>
          <p:cNvPr id="8" name="PlaceHolder 2"/>
          <p:cNvSpPr>
            <a:spLocks noGrp="1"/>
          </p:cNvSpPr>
          <p:nvPr>
            <p:ph type="body"/>
          </p:nvPr>
        </p:nvSpPr>
        <p:spPr>
          <a:xfrm>
            <a:off x="5183280" y="987480"/>
            <a:ext cx="6171480" cy="4872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es-ES" sz="32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s-ES" sz="28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s-ES" sz="24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s-ES" sz="3200" b="0" u="none" strike="noStrike">
                <a:solidFill>
                  <a:schemeClr val="dk1"/>
                </a:solidFill>
                <a:effectLst/>
                <a:uFillTx/>
                <a:latin typeface="Calibri"/>
              </a:rPr>
              <a:t>Haga clic para modificar los estilos de texto del patrón</a:t>
            </a:r>
            <a:endParaRPr lang="es-ES" sz="32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2800" b="0" u="none" strike="noStrike">
                <a:solidFill>
                  <a:schemeClr val="dk1"/>
                </a:solidFill>
                <a:effectLst/>
                <a:uFillTx/>
                <a:latin typeface="Calibri"/>
              </a:rPr>
              <a:t>Segundo nivel</a:t>
            </a:r>
            <a:endParaRPr lang="es-ES" sz="28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Tercer nivel</a:t>
            </a:r>
            <a:endParaRPr lang="es-ES" sz="24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Cuarto nivel</a:t>
            </a:r>
            <a:endParaRPr lang="es-ES" sz="20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Quinto nivel</a:t>
            </a:r>
            <a:endParaRPr lang="es-ES" sz="2000" b="0" u="none" strike="noStrike">
              <a:solidFill>
                <a:schemeClr val="dk1"/>
              </a:solidFill>
              <a:effectLst/>
              <a:uFillTx/>
              <a:latin typeface="Calibri"/>
            </a:endParaRPr>
          </a:p>
        </p:txBody>
      </p:sp>
      <p:sp>
        <p:nvSpPr>
          <p:cNvPr id="9" name="PlaceHolder 3"/>
          <p:cNvSpPr>
            <a:spLocks noGrp="1"/>
          </p:cNvSpPr>
          <p:nvPr>
            <p:ph type="body"/>
          </p:nvPr>
        </p:nvSpPr>
        <p:spPr>
          <a:xfrm>
            <a:off x="839880"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es-ES" sz="1600" b="0"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es-ES" sz="1600" b="0" u="none" strike="noStrike">
                <a:solidFill>
                  <a:schemeClr val="dk1"/>
                </a:solidFill>
                <a:effectLst/>
                <a:uFillTx/>
                <a:latin typeface="Calibri"/>
              </a:rPr>
              <a:t>Haga clic para modificar los estilos de texto del patrón</a:t>
            </a:r>
            <a:endParaRPr lang="es-ES" sz="1600" b="0" u="none" strike="noStrike">
              <a:solidFill>
                <a:schemeClr val="dk1"/>
              </a:solidFill>
              <a:effectLst/>
              <a:uFillTx/>
              <a:latin typeface="Calibri"/>
            </a:endParaRPr>
          </a:p>
        </p:txBody>
      </p:sp>
      <p:sp>
        <p:nvSpPr>
          <p:cNvPr id="10" name="PlaceHolder 4"/>
          <p:cNvSpPr>
            <a:spLocks noGrp="1"/>
          </p:cNvSpPr>
          <p:nvPr>
            <p:ph type="dt" idx="4"/>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1" name="PlaceHolder 5"/>
          <p:cNvSpPr>
            <a:spLocks noGrp="1"/>
          </p:cNvSpPr>
          <p:nvPr>
            <p:ph type="ftr" idx="5"/>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2" name="PlaceHolder 6"/>
          <p:cNvSpPr>
            <a:spLocks noGrp="1"/>
          </p:cNvSpPr>
          <p:nvPr>
            <p:ph type="sldNum" idx="6"/>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FADEEBEF-9234-4E5D-8491-85921F3BB4DE}" type="slidenum">
              <a:rPr lang="es-E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magen con título">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9880"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es-ES" sz="3200" b="0" u="none" strike="noStrike">
                <a:solidFill>
                  <a:schemeClr val="dk1"/>
                </a:solidFill>
                <a:effectLst/>
                <a:uFillTx/>
                <a:latin typeface="Calibri Light"/>
              </a:defRPr>
            </a:lvl1pPr>
          </a:lstStyle>
          <a:p>
            <a:pPr indent="0" algn="l" defTabSz="914400">
              <a:lnSpc>
                <a:spcPct val="90000"/>
              </a:lnSpc>
              <a:buNone/>
              <a:tabLst>
                <a:tab pos="0" algn="l"/>
              </a:tabLst>
            </a:pPr>
            <a:r>
              <a:rPr lang="es-ES" sz="3200" b="0" u="none" strike="noStrike">
                <a:solidFill>
                  <a:schemeClr val="dk1"/>
                </a:solidFill>
                <a:effectLst/>
                <a:uFillTx/>
                <a:latin typeface="Calibri Light"/>
              </a:rPr>
              <a:t>Haga clic para modificar el estilo de título del patrón</a:t>
            </a:r>
            <a:endParaRPr lang="es-ES" sz="3200" b="0" u="none" strike="noStrike">
              <a:solidFill>
                <a:schemeClr val="dk1"/>
              </a:solidFill>
              <a:effectLst/>
              <a:uFillTx/>
              <a:latin typeface="Calibri Light"/>
            </a:endParaRPr>
          </a:p>
        </p:txBody>
      </p:sp>
      <p:sp>
        <p:nvSpPr>
          <p:cNvPr id="14" name="PlaceHolder 2"/>
          <p:cNvSpPr>
            <a:spLocks noGrp="1"/>
          </p:cNvSpPr>
          <p:nvPr>
            <p:ph type="pic"/>
          </p:nvPr>
        </p:nvSpPr>
        <p:spPr>
          <a:xfrm>
            <a:off x="5183280" y="987480"/>
            <a:ext cx="6171480" cy="4872960"/>
          </a:xfrm>
          <a:prstGeom prst="rect">
            <a:avLst/>
          </a:prstGeom>
          <a:noFill/>
          <a:ln w="0">
            <a:noFill/>
          </a:ln>
        </p:spPr>
        <p:txBody>
          <a:bodyPr lIns="90000" tIns="45000" rIns="90000" bIns="45000" anchor="t">
            <a:no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
        <p:nvSpPr>
          <p:cNvPr id="15" name="PlaceHolder 3"/>
          <p:cNvSpPr>
            <a:spLocks noGrp="1"/>
          </p:cNvSpPr>
          <p:nvPr>
            <p:ph type="body"/>
          </p:nvPr>
        </p:nvSpPr>
        <p:spPr>
          <a:xfrm>
            <a:off x="839880"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es-ES" sz="1600" b="0"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es-ES" sz="1600" b="0" u="none" strike="noStrike">
                <a:solidFill>
                  <a:schemeClr val="dk1"/>
                </a:solidFill>
                <a:effectLst/>
                <a:uFillTx/>
                <a:latin typeface="Calibri"/>
              </a:rPr>
              <a:t>Haga clic para modificar los estilos de texto del patrón</a:t>
            </a:r>
            <a:endParaRPr lang="es-ES" sz="1600" b="0" u="none" strike="noStrike">
              <a:solidFill>
                <a:schemeClr val="dk1"/>
              </a:solidFill>
              <a:effectLst/>
              <a:uFillTx/>
              <a:latin typeface="Calibri"/>
            </a:endParaRPr>
          </a:p>
        </p:txBody>
      </p:sp>
      <p:sp>
        <p:nvSpPr>
          <p:cNvPr id="16" name="PlaceHolder 4"/>
          <p:cNvSpPr>
            <a:spLocks noGrp="1"/>
          </p:cNvSpPr>
          <p:nvPr>
            <p:ph type="dt" idx="7"/>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7" name="PlaceHolder 5"/>
          <p:cNvSpPr>
            <a:spLocks noGrp="1"/>
          </p:cNvSpPr>
          <p:nvPr>
            <p:ph type="ftr" idx="8"/>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8" name="PlaceHolder 6"/>
          <p:cNvSpPr>
            <a:spLocks noGrp="1"/>
          </p:cNvSpPr>
          <p:nvPr>
            <p:ph type="sldNum" idx="9"/>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638DE775-1309-4AC6-B4BE-FAE79313A833}" type="slidenum">
              <a:rPr lang="es-E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iapositiva de título">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1523880" y="1122480"/>
            <a:ext cx="9143280" cy="2386800"/>
          </a:xfrm>
          <a:prstGeom prst="rect">
            <a:avLst/>
          </a:prstGeom>
          <a:noFill/>
          <a:ln w="0">
            <a:noFill/>
          </a:ln>
        </p:spPr>
        <p:txBody>
          <a:bodyPr lIns="91440" tIns="45720" rIns="91440" bIns="45720" anchor="b">
            <a:noAutofit/>
          </a:bodyPr>
          <a:lstStyle>
            <a:lvl1pPr indent="0" algn="ctr" defTabSz="914400">
              <a:lnSpc>
                <a:spcPct val="90000"/>
              </a:lnSpc>
              <a:buNone/>
              <a:tabLst>
                <a:tab pos="0" algn="l"/>
              </a:tabLst>
              <a:defRPr lang="es-ES" sz="6000" b="0" u="none" strike="noStrike">
                <a:solidFill>
                  <a:schemeClr val="dk1"/>
                </a:solidFill>
                <a:effectLst/>
                <a:uFillTx/>
                <a:latin typeface="Calibri Light"/>
              </a:defRPr>
            </a:lvl1pPr>
          </a:lstStyle>
          <a:p>
            <a:pPr indent="0" algn="ctr" defTabSz="914400">
              <a:lnSpc>
                <a:spcPct val="90000"/>
              </a:lnSpc>
              <a:buNone/>
              <a:tabLst>
                <a:tab pos="0" algn="l"/>
              </a:tabLst>
            </a:pPr>
            <a:r>
              <a:rPr lang="es-ES" sz="6000" b="0" u="none" strike="noStrike">
                <a:solidFill>
                  <a:schemeClr val="dk1"/>
                </a:solidFill>
                <a:effectLst/>
                <a:uFillTx/>
                <a:latin typeface="Calibri Light"/>
              </a:rPr>
              <a:t>Haga clic para modificar el estilo de título del patrón</a:t>
            </a:r>
            <a:endParaRPr lang="es-ES" sz="6000" b="0" u="none" strike="noStrike">
              <a:solidFill>
                <a:schemeClr val="dk1"/>
              </a:solidFill>
              <a:effectLst/>
              <a:uFillTx/>
              <a:latin typeface="Calibri Light"/>
            </a:endParaRPr>
          </a:p>
        </p:txBody>
      </p:sp>
      <p:sp>
        <p:nvSpPr>
          <p:cNvPr id="20" name="PlaceHolder 2"/>
          <p:cNvSpPr>
            <a:spLocks noGrp="1"/>
          </p:cNvSpPr>
          <p:nvPr>
            <p:ph type="dt" idx="10"/>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1" name="PlaceHolder 3"/>
          <p:cNvSpPr>
            <a:spLocks noGrp="1"/>
          </p:cNvSpPr>
          <p:nvPr>
            <p:ph type="ftr" idx="11"/>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2" name="PlaceHolder 4"/>
          <p:cNvSpPr>
            <a:spLocks noGrp="1"/>
          </p:cNvSpPr>
          <p:nvPr>
            <p:ph type="sldNum" idx="12"/>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E6009AD9-1E30-45FE-834E-A451D60A3E9C}" type="slidenum">
              <a:rPr lang="es-E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23"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SzPct val="75000"/>
              <a:buFont typeface="Symbol" charset="2"/>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SzPct val="45000"/>
              <a:buFont typeface="Wingdings" charset="2"/>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SzPct val="75000"/>
              <a:buFont typeface="Symbol" charset="2"/>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SzPct val="45000"/>
              <a:buFont typeface="Wingdings" charset="2"/>
              <a:buChar char=""/>
              <a:defRPr lang="es-ES" sz="1800" b="0" u="none" strike="noStrike">
                <a:solidFill>
                  <a:schemeClr val="dk1"/>
                </a:solidFill>
                <a:effectLst/>
                <a:uFillTx/>
                <a:latin typeface="Calibri"/>
              </a:defRPr>
            </a:lvl5pPr>
            <a:lvl6pPr lvl="5" algn="l" defTabSz="914400">
              <a:lnSpc>
                <a:spcPct val="90000"/>
              </a:lnSpc>
              <a:spcBef>
                <a:spcPts val="283"/>
              </a:spcBef>
              <a:buClr>
                <a:srgbClr val="000000"/>
              </a:buClr>
              <a:buSzPct val="45000"/>
              <a:buFont typeface="Wingdings" charset="2"/>
              <a:buChar char=""/>
              <a:defRPr lang="es-ES" sz="2000" b="0" u="none" strike="noStrike">
                <a:solidFill>
                  <a:schemeClr val="dk1"/>
                </a:solidFill>
                <a:effectLst/>
                <a:uFillTx/>
                <a:latin typeface="Calibri"/>
              </a:defRPr>
            </a:lvl6pPr>
            <a:lvl7pPr lvl="6" algn="l" defTabSz="914400">
              <a:lnSpc>
                <a:spcPct val="90000"/>
              </a:lnSpc>
              <a:spcBef>
                <a:spcPts val="283"/>
              </a:spcBef>
              <a:buClr>
                <a:srgbClr val="000000"/>
              </a:buClr>
              <a:buSzPct val="45000"/>
              <a:buFont typeface="Wingdings" charset="2"/>
              <a:buChar char=""/>
              <a:defRPr lang="es-ES" sz="2000" b="0" u="none" strike="noStrike">
                <a:solidFill>
                  <a:schemeClr val="dk1"/>
                </a:solidFill>
                <a:effectLst/>
                <a:uFillTx/>
                <a:latin typeface="Calibri"/>
              </a:defRPr>
            </a:lvl7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Click to edit the outline text format</a:t>
            </a:r>
            <a:endParaRPr lang="es-ES" sz="2800" b="0" u="none" strike="noStrike">
              <a:solidFill>
                <a:schemeClr val="dk1"/>
              </a:solidFill>
              <a:effectLst/>
              <a:uFillTx/>
              <a:latin typeface="Calibri"/>
            </a:endParaRPr>
          </a:p>
          <a:p>
            <a:pPr marL="864000" lvl="1" indent="-324000" algn="l" defTabSz="914400">
              <a:lnSpc>
                <a:spcPct val="90000"/>
              </a:lnSpc>
              <a:spcBef>
                <a:spcPts val="499"/>
              </a:spcBef>
              <a:buClr>
                <a:srgbClr val="000000"/>
              </a:buClr>
              <a:buSzPct val="75000"/>
              <a:buFont typeface="Symbol" charset="2"/>
              <a:buChar char=""/>
            </a:pPr>
            <a:r>
              <a:rPr lang="es-ES" sz="2400" b="0" u="none" strike="noStrike">
                <a:solidFill>
                  <a:schemeClr val="dk1"/>
                </a:solidFill>
                <a:effectLst/>
                <a:uFillTx/>
                <a:latin typeface="Calibri"/>
              </a:rPr>
              <a:t>Second Outline Level</a:t>
            </a:r>
            <a:endParaRPr lang="es-ES" sz="2400" b="0" u="none" strike="noStrike">
              <a:solidFill>
                <a:schemeClr val="dk1"/>
              </a:solidFill>
              <a:effectLst/>
              <a:uFillTx/>
              <a:latin typeface="Calibri"/>
            </a:endParaRPr>
          </a:p>
          <a:p>
            <a:pPr marL="1296000" lvl="2" indent="-288000" algn="l" defTabSz="914400">
              <a:lnSpc>
                <a:spcPct val="90000"/>
              </a:lnSpc>
              <a:spcBef>
                <a:spcPts val="499"/>
              </a:spcBef>
              <a:buClr>
                <a:srgbClr val="000000"/>
              </a:buClr>
              <a:buSzPct val="45000"/>
              <a:buFont typeface="Wingdings" charset="2"/>
              <a:buChar char=""/>
            </a:pPr>
            <a:r>
              <a:rPr lang="es-ES" sz="2000" b="0" u="none" strike="noStrike">
                <a:solidFill>
                  <a:schemeClr val="dk1"/>
                </a:solidFill>
                <a:effectLst/>
                <a:uFillTx/>
                <a:latin typeface="Calibri"/>
              </a:rPr>
              <a:t>Third Outline Level</a:t>
            </a:r>
            <a:endParaRPr lang="es-ES" sz="2000" b="0" u="none" strike="noStrike">
              <a:solidFill>
                <a:schemeClr val="dk1"/>
              </a:solidFill>
              <a:effectLst/>
              <a:uFillTx/>
              <a:latin typeface="Calibri"/>
            </a:endParaRPr>
          </a:p>
          <a:p>
            <a:pPr marL="1728000" lvl="3" indent="-216000" algn="l" defTabSz="914400">
              <a:lnSpc>
                <a:spcPct val="90000"/>
              </a:lnSpc>
              <a:spcBef>
                <a:spcPts val="499"/>
              </a:spcBef>
              <a:buClr>
                <a:srgbClr val="000000"/>
              </a:buClr>
              <a:buSzPct val="75000"/>
              <a:buFont typeface="Symbol" charset="2"/>
              <a:buChar char=""/>
            </a:pPr>
            <a:r>
              <a:rPr lang="es-ES" sz="1800" b="0" u="none" strike="noStrike">
                <a:solidFill>
                  <a:schemeClr val="dk1"/>
                </a:solidFill>
                <a:effectLst/>
                <a:uFillTx/>
                <a:latin typeface="Calibri"/>
              </a:rPr>
              <a:t>Fourth Outline Level</a:t>
            </a:r>
            <a:endParaRPr lang="es-ES" sz="1800" b="0" u="none" strike="noStrike">
              <a:solidFill>
                <a:schemeClr val="dk1"/>
              </a:solidFill>
              <a:effectLst/>
              <a:uFillTx/>
              <a:latin typeface="Calibri"/>
            </a:endParaRPr>
          </a:p>
          <a:p>
            <a:pPr marL="2160000" lvl="4" indent="-216000" algn="l" defTabSz="914400">
              <a:lnSpc>
                <a:spcPct val="90000"/>
              </a:lnSpc>
              <a:spcBef>
                <a:spcPts val="499"/>
              </a:spcBef>
              <a:buClr>
                <a:srgbClr val="000000"/>
              </a:buClr>
              <a:buSzPct val="45000"/>
              <a:buFont typeface="Wingdings" charset="2"/>
              <a:buChar char=""/>
            </a:pPr>
            <a:r>
              <a:rPr lang="es-ES" sz="1800" b="0" u="none" strike="noStrike">
                <a:solidFill>
                  <a:schemeClr val="dk1"/>
                </a:solidFill>
                <a:effectLst/>
                <a:uFillTx/>
                <a:latin typeface="Calibri"/>
              </a:rPr>
              <a:t>Fifth Outline Level</a:t>
            </a:r>
            <a:endParaRPr lang="es-ES" sz="1800" b="0" u="none" strike="noStrike">
              <a:solidFill>
                <a:schemeClr val="dk1"/>
              </a:solidFill>
              <a:effectLst/>
              <a:uFillTx/>
              <a:latin typeface="Calibri"/>
            </a:endParaRPr>
          </a:p>
          <a:p>
            <a:pPr marL="2592000" lvl="5" indent="-216000" algn="l" defTabSz="914400">
              <a:lnSpc>
                <a:spcPct val="90000"/>
              </a:lnSpc>
              <a:spcBef>
                <a:spcPts val="283"/>
              </a:spcBef>
              <a:buClr>
                <a:srgbClr val="000000"/>
              </a:buClr>
              <a:buSzPct val="45000"/>
              <a:buFont typeface="Wingdings" charset="2"/>
              <a:buChar char=""/>
            </a:pPr>
            <a:r>
              <a:rPr lang="es-ES" sz="2000" b="0" u="none" strike="noStrike">
                <a:solidFill>
                  <a:schemeClr val="dk1"/>
                </a:solidFill>
                <a:effectLst/>
                <a:uFillTx/>
                <a:latin typeface="Calibri"/>
              </a:rPr>
              <a:t>Sixth Outline Level</a:t>
            </a:r>
            <a:endParaRPr lang="es-ES" sz="2000" b="0" u="none" strike="noStrike">
              <a:solidFill>
                <a:schemeClr val="dk1"/>
              </a:solidFill>
              <a:effectLst/>
              <a:uFillTx/>
              <a:latin typeface="Calibri"/>
            </a:endParaRPr>
          </a:p>
          <a:p>
            <a:pPr marL="3024000" lvl="6" indent="-216000" algn="l" defTabSz="914400">
              <a:lnSpc>
                <a:spcPct val="90000"/>
              </a:lnSpc>
              <a:spcBef>
                <a:spcPts val="283"/>
              </a:spcBef>
              <a:buClr>
                <a:srgbClr val="000000"/>
              </a:buClr>
              <a:buSzPct val="45000"/>
              <a:buFont typeface="Wingdings" charset="2"/>
              <a:buChar char=""/>
            </a:pPr>
            <a:r>
              <a:rPr lang="es-ES" sz="2000" b="0" u="none" strike="noStrike">
                <a:solidFill>
                  <a:schemeClr val="dk1"/>
                </a:solidFill>
                <a:effectLst/>
                <a:uFillTx/>
                <a:latin typeface="Calibri"/>
              </a:rPr>
              <a:t>Seventh Outline Level</a:t>
            </a:r>
            <a:endParaRPr lang="es-ES" sz="2000" b="0" u="none" strike="noStrike">
              <a:solidFill>
                <a:schemeClr val="dk1"/>
              </a:solidFill>
              <a:effectLst/>
              <a:uFillTx/>
              <a:latin typeface="Calibri"/>
            </a:endParaRPr>
          </a:p>
        </p:txBody>
      </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ítulo y texto vertical">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Haga clic para modificar el estilo de título del patrón</a:t>
            </a:r>
            <a:endParaRPr lang="es-ES" sz="4400" b="0" u="none" strike="noStrike">
              <a:solidFill>
                <a:schemeClr val="dk1"/>
              </a:solidFill>
              <a:effectLst/>
              <a:uFillTx/>
              <a:latin typeface="Calibri Light"/>
            </a:endParaRPr>
          </a:p>
        </p:txBody>
      </p:sp>
      <p:sp>
        <p:nvSpPr>
          <p:cNvPr id="25" name="PlaceHolder 2"/>
          <p:cNvSpPr>
            <a:spLocks noGrp="1"/>
          </p:cNvSpPr>
          <p:nvPr>
            <p:ph type="body"/>
          </p:nvPr>
        </p:nvSpPr>
        <p:spPr>
          <a:xfrm>
            <a:off x="838080" y="1825560"/>
            <a:ext cx="10514880" cy="4350600"/>
          </a:xfrm>
          <a:prstGeom prst="rect">
            <a:avLst/>
          </a:prstGeom>
          <a:noFill/>
          <a:ln w="0">
            <a:noFill/>
          </a:ln>
        </p:spPr>
        <p:txBody>
          <a:bodyPr lIns="91440" tIns="45720" rIns="91440" bIns="45720" anchor="t" vert="eaVert">
            <a:no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Haga clic para modificar los estilos de texto del patrón</a:t>
            </a:r>
            <a:endParaRPr lang="es-E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Segundo nivel</a:t>
            </a:r>
            <a:endParaRPr lang="es-E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Tercer nivel</a:t>
            </a:r>
            <a:endParaRPr lang="es-E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Cuarto nivel</a:t>
            </a:r>
            <a:endParaRPr lang="es-E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Quinto nivel</a:t>
            </a:r>
            <a:endParaRPr lang="es-ES" sz="1800" b="0" u="none" strike="noStrike">
              <a:solidFill>
                <a:schemeClr val="dk1"/>
              </a:solidFill>
              <a:effectLst/>
              <a:uFillTx/>
              <a:latin typeface="Calibri"/>
            </a:endParaRPr>
          </a:p>
        </p:txBody>
      </p:sp>
      <p:sp>
        <p:nvSpPr>
          <p:cNvPr id="26" name="PlaceHolder 3"/>
          <p:cNvSpPr>
            <a:spLocks noGrp="1"/>
          </p:cNvSpPr>
          <p:nvPr>
            <p:ph type="dt" idx="13"/>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7" name="PlaceHolder 4"/>
          <p:cNvSpPr>
            <a:spLocks noGrp="1"/>
          </p:cNvSpPr>
          <p:nvPr>
            <p:ph type="ftr" idx="14"/>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8" name="PlaceHolder 5"/>
          <p:cNvSpPr>
            <a:spLocks noGrp="1"/>
          </p:cNvSpPr>
          <p:nvPr>
            <p:ph type="sldNum" idx="15"/>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C1E430D2-E131-4313-8061-4319DB10E7C9}" type="slidenum">
              <a:rPr lang="es-E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Título vertical y texto">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8724960" y="365040"/>
            <a:ext cx="2628360" cy="5811120"/>
          </a:xfrm>
          <a:prstGeom prst="rect">
            <a:avLst/>
          </a:prstGeom>
          <a:noFill/>
          <a:ln w="0">
            <a:noFill/>
          </a:ln>
        </p:spPr>
        <p:txBody>
          <a:bodyPr lIns="91440" tIns="45720" rIns="91440" bIns="45720" anchor="ctr" vert="eaVert">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Haga clic para modificar el estilo de título del patrón</a:t>
            </a:r>
            <a:endParaRPr lang="es-ES" sz="4400" b="0" u="none" strike="noStrike">
              <a:solidFill>
                <a:schemeClr val="dk1"/>
              </a:solidFill>
              <a:effectLst/>
              <a:uFillTx/>
              <a:latin typeface="Calibri Light"/>
            </a:endParaRPr>
          </a:p>
        </p:txBody>
      </p:sp>
      <p:sp>
        <p:nvSpPr>
          <p:cNvPr id="30" name="PlaceHolder 2"/>
          <p:cNvSpPr>
            <a:spLocks noGrp="1"/>
          </p:cNvSpPr>
          <p:nvPr>
            <p:ph type="body"/>
          </p:nvPr>
        </p:nvSpPr>
        <p:spPr>
          <a:xfrm>
            <a:off x="838080" y="365040"/>
            <a:ext cx="7733520" cy="5811120"/>
          </a:xfrm>
          <a:prstGeom prst="rect">
            <a:avLst/>
          </a:prstGeom>
          <a:noFill/>
          <a:ln w="0">
            <a:noFill/>
          </a:ln>
        </p:spPr>
        <p:txBody>
          <a:bodyPr lIns="91440" tIns="45720" rIns="91440" bIns="45720" anchor="t" vert="eaVert">
            <a:no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Haga clic para modificar los estilos de texto del patrón</a:t>
            </a:r>
            <a:endParaRPr lang="es-E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Segundo nivel</a:t>
            </a:r>
            <a:endParaRPr lang="es-E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Tercer nivel</a:t>
            </a:r>
            <a:endParaRPr lang="es-E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Cuarto nivel</a:t>
            </a:r>
            <a:endParaRPr lang="es-E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Quinto nivel</a:t>
            </a:r>
            <a:endParaRPr lang="es-ES" sz="1800" b="0" u="none" strike="noStrike">
              <a:solidFill>
                <a:schemeClr val="dk1"/>
              </a:solidFill>
              <a:effectLst/>
              <a:uFillTx/>
              <a:latin typeface="Calibri"/>
            </a:endParaRPr>
          </a:p>
        </p:txBody>
      </p:sp>
      <p:sp>
        <p:nvSpPr>
          <p:cNvPr id="31" name="PlaceHolder 3"/>
          <p:cNvSpPr>
            <a:spLocks noGrp="1"/>
          </p:cNvSpPr>
          <p:nvPr>
            <p:ph type="dt" idx="16"/>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2" name="PlaceHolder 4"/>
          <p:cNvSpPr>
            <a:spLocks noGrp="1"/>
          </p:cNvSpPr>
          <p:nvPr>
            <p:ph type="ftr" idx="17"/>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3" name="PlaceHolder 5"/>
          <p:cNvSpPr>
            <a:spLocks noGrp="1"/>
          </p:cNvSpPr>
          <p:nvPr>
            <p:ph type="sldNum" idx="18"/>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66C76B43-1AFB-45F1-AD17-8BD1548D0572}" type="slidenum">
              <a:rPr lang="es-E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ítulo y objetos">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Haga clic para modificar el estilo de título del patrón</a:t>
            </a:r>
            <a:endParaRPr lang="es-ES" sz="4400" b="0" u="none" strike="noStrike">
              <a:solidFill>
                <a:schemeClr val="dk1"/>
              </a:solidFill>
              <a:effectLst/>
              <a:uFillTx/>
              <a:latin typeface="Calibri Light"/>
            </a:endParaRPr>
          </a:p>
        </p:txBody>
      </p:sp>
      <p:sp>
        <p:nvSpPr>
          <p:cNvPr id="35" name="PlaceHolder 2"/>
          <p:cNvSpPr>
            <a:spLocks noGrp="1"/>
          </p:cNvSpPr>
          <p:nvPr>
            <p:ph type="body"/>
          </p:nvPr>
        </p:nvSpPr>
        <p:spPr>
          <a:xfrm>
            <a:off x="838080" y="1825560"/>
            <a:ext cx="1051488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Haga clic para modificar los estilos de texto del patrón</a:t>
            </a:r>
            <a:endParaRPr lang="es-E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Segundo nivel</a:t>
            </a:r>
            <a:endParaRPr lang="es-E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Tercer nivel</a:t>
            </a:r>
            <a:endParaRPr lang="es-E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Cuarto nivel</a:t>
            </a:r>
            <a:endParaRPr lang="es-E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Quinto nivel</a:t>
            </a:r>
            <a:endParaRPr lang="es-ES" sz="1800" b="0" u="none" strike="noStrike">
              <a:solidFill>
                <a:schemeClr val="dk1"/>
              </a:solidFill>
              <a:effectLst/>
              <a:uFillTx/>
              <a:latin typeface="Calibri"/>
            </a:endParaRPr>
          </a:p>
        </p:txBody>
      </p:sp>
      <p:sp>
        <p:nvSpPr>
          <p:cNvPr id="36" name="PlaceHolder 3"/>
          <p:cNvSpPr>
            <a:spLocks noGrp="1"/>
          </p:cNvSpPr>
          <p:nvPr>
            <p:ph type="dt" idx="19"/>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7" name="PlaceHolder 4"/>
          <p:cNvSpPr>
            <a:spLocks noGrp="1"/>
          </p:cNvSpPr>
          <p:nvPr>
            <p:ph type="ftr" idx="20"/>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8" name="PlaceHolder 5"/>
          <p:cNvSpPr>
            <a:spLocks noGrp="1"/>
          </p:cNvSpPr>
          <p:nvPr>
            <p:ph type="sldNum" idx="21"/>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BFF4E566-CBD6-45F4-8EC1-A28CC9B879DE}" type="slidenum">
              <a:rPr lang="es-E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cabezado de sección">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831960" y="1709640"/>
            <a:ext cx="10514880" cy="285192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es-ES" sz="6000" b="0" u="none" strike="noStrike">
                <a:solidFill>
                  <a:schemeClr val="dk1"/>
                </a:solidFill>
                <a:effectLst/>
                <a:uFillTx/>
                <a:latin typeface="Calibri Light"/>
              </a:defRPr>
            </a:lvl1pPr>
          </a:lstStyle>
          <a:p>
            <a:pPr indent="0" algn="l" defTabSz="914400">
              <a:lnSpc>
                <a:spcPct val="90000"/>
              </a:lnSpc>
              <a:buNone/>
              <a:tabLst>
                <a:tab pos="0" algn="l"/>
              </a:tabLst>
            </a:pPr>
            <a:r>
              <a:rPr lang="es-ES" sz="6000" b="0" u="none" strike="noStrike">
                <a:solidFill>
                  <a:schemeClr val="dk1"/>
                </a:solidFill>
                <a:effectLst/>
                <a:uFillTx/>
                <a:latin typeface="Calibri Light"/>
              </a:rPr>
              <a:t>Haga clic para modificar el estilo de título del patrón</a:t>
            </a:r>
            <a:endParaRPr lang="es-ES" sz="6000" b="0" u="none" strike="noStrike">
              <a:solidFill>
                <a:schemeClr val="dk1"/>
              </a:solidFill>
              <a:effectLst/>
              <a:uFillTx/>
              <a:latin typeface="Calibri Light"/>
            </a:endParaRPr>
          </a:p>
        </p:txBody>
      </p:sp>
      <p:sp>
        <p:nvSpPr>
          <p:cNvPr id="40" name="PlaceHolder 2"/>
          <p:cNvSpPr>
            <a:spLocks noGrp="1"/>
          </p:cNvSpPr>
          <p:nvPr>
            <p:ph type="body"/>
          </p:nvPr>
        </p:nvSpPr>
        <p:spPr>
          <a:xfrm>
            <a:off x="831960" y="4589640"/>
            <a:ext cx="10514880" cy="149940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es-ES" sz="2400" b="0" u="none" strike="noStrike">
                <a:solidFill>
                  <a:schemeClr val="dk1">
                    <a:tint val="75000"/>
                  </a:schemeClr>
                </a:solidFill>
                <a:effectLst/>
                <a:uFillTx/>
                <a:latin typeface="Calibri"/>
              </a:defRPr>
            </a:lvl1pPr>
          </a:lstStyle>
          <a:p>
            <a:pPr indent="0" algn="l" defTabSz="914400">
              <a:lnSpc>
                <a:spcPct val="90000"/>
              </a:lnSpc>
              <a:spcBef>
                <a:spcPts val="1001"/>
              </a:spcBef>
              <a:buNone/>
              <a:tabLst>
                <a:tab pos="0" algn="l"/>
              </a:tabLst>
            </a:pPr>
            <a:r>
              <a:rPr lang="es-ES" sz="2400" b="0" u="none" strike="noStrike">
                <a:solidFill>
                  <a:schemeClr val="dk1">
                    <a:tint val="75000"/>
                  </a:schemeClr>
                </a:solidFill>
                <a:effectLst/>
                <a:uFillTx/>
                <a:latin typeface="Calibri"/>
              </a:rPr>
              <a:t>Haga clic para modificar los estilos de texto del patrón</a:t>
            </a:r>
            <a:endParaRPr lang="es-ES" sz="2400" b="0" u="none" strike="noStrike">
              <a:solidFill>
                <a:schemeClr val="dk1">
                  <a:tint val="75000"/>
                </a:schemeClr>
              </a:solidFill>
              <a:effectLst/>
              <a:uFillTx/>
              <a:latin typeface="Calibri"/>
            </a:endParaRPr>
          </a:p>
        </p:txBody>
      </p:sp>
      <p:sp>
        <p:nvSpPr>
          <p:cNvPr id="41" name="PlaceHolder 3"/>
          <p:cNvSpPr>
            <a:spLocks noGrp="1"/>
          </p:cNvSpPr>
          <p:nvPr>
            <p:ph type="dt" idx="22"/>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4"/>
          <p:cNvSpPr>
            <a:spLocks noGrp="1"/>
          </p:cNvSpPr>
          <p:nvPr>
            <p:ph type="ftr" idx="23"/>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5"/>
          <p:cNvSpPr>
            <a:spLocks noGrp="1"/>
          </p:cNvSpPr>
          <p:nvPr>
            <p:ph type="sldNum" idx="24"/>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733971D6-833E-4DF3-AA99-CD8C5F4B5C53}" type="slidenum">
              <a:rPr lang="es-E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os objetos">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Haga clic para modificar el estilo de título del patrón</a:t>
            </a:r>
            <a:endParaRPr lang="es-ES" sz="4400" b="0" u="none" strike="noStrike">
              <a:solidFill>
                <a:schemeClr val="dk1"/>
              </a:solidFill>
              <a:effectLst/>
              <a:uFillTx/>
              <a:latin typeface="Calibri Light"/>
            </a:endParaRPr>
          </a:p>
        </p:txBody>
      </p:sp>
      <p:sp>
        <p:nvSpPr>
          <p:cNvPr id="45" name="PlaceHolder 2"/>
          <p:cNvSpPr>
            <a:spLocks noGrp="1"/>
          </p:cNvSpPr>
          <p:nvPr>
            <p:ph type="body"/>
          </p:nvPr>
        </p:nvSpPr>
        <p:spPr>
          <a:xfrm>
            <a:off x="83808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Haga clic para modificar los estilos de texto del patrón</a:t>
            </a:r>
            <a:endParaRPr lang="es-E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Segundo nivel</a:t>
            </a:r>
            <a:endParaRPr lang="es-E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Tercer nivel</a:t>
            </a:r>
            <a:endParaRPr lang="es-E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Cuarto nivel</a:t>
            </a:r>
            <a:endParaRPr lang="es-E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Quinto nivel</a:t>
            </a:r>
            <a:endParaRPr lang="es-ES" sz="1800" b="0" u="none" strike="noStrike">
              <a:solidFill>
                <a:schemeClr val="dk1"/>
              </a:solidFill>
              <a:effectLst/>
              <a:uFillTx/>
              <a:latin typeface="Calibri"/>
            </a:endParaRPr>
          </a:p>
        </p:txBody>
      </p:sp>
      <p:sp>
        <p:nvSpPr>
          <p:cNvPr id="46" name="PlaceHolder 3"/>
          <p:cNvSpPr>
            <a:spLocks noGrp="1"/>
          </p:cNvSpPr>
          <p:nvPr>
            <p:ph type="body"/>
          </p:nvPr>
        </p:nvSpPr>
        <p:spPr>
          <a:xfrm>
            <a:off x="617220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Haga clic para modificar los estilos de texto del patrón</a:t>
            </a:r>
            <a:endParaRPr lang="es-E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Segundo nivel</a:t>
            </a:r>
            <a:endParaRPr lang="es-E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Tercer nivel</a:t>
            </a:r>
            <a:endParaRPr lang="es-E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Cuarto nivel</a:t>
            </a:r>
            <a:endParaRPr lang="es-E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Quinto nivel</a:t>
            </a:r>
            <a:endParaRPr lang="es-ES" sz="1800" b="0" u="none" strike="noStrike">
              <a:solidFill>
                <a:schemeClr val="dk1"/>
              </a:solidFill>
              <a:effectLst/>
              <a:uFillTx/>
              <a:latin typeface="Calibri"/>
            </a:endParaRPr>
          </a:p>
        </p:txBody>
      </p:sp>
      <p:sp>
        <p:nvSpPr>
          <p:cNvPr id="47" name="PlaceHolder 4"/>
          <p:cNvSpPr>
            <a:spLocks noGrp="1"/>
          </p:cNvSpPr>
          <p:nvPr>
            <p:ph type="dt" idx="25"/>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8" name="PlaceHolder 5"/>
          <p:cNvSpPr>
            <a:spLocks noGrp="1"/>
          </p:cNvSpPr>
          <p:nvPr>
            <p:ph type="ftr" idx="26"/>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9" name="PlaceHolder 6"/>
          <p:cNvSpPr>
            <a:spLocks noGrp="1"/>
          </p:cNvSpPr>
          <p:nvPr>
            <p:ph type="sldNum" idx="27"/>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C1F0A1B7-8BE8-4DA2-95C8-E26C4DC0449E}" type="slidenum">
              <a:rPr lang="es-E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ación">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98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Haga clic para modificar el estilo de título del patrón</a:t>
            </a:r>
            <a:endParaRPr lang="es-ES" sz="4400" b="0" u="none" strike="noStrike">
              <a:solidFill>
                <a:schemeClr val="dk1"/>
              </a:solidFill>
              <a:effectLst/>
              <a:uFillTx/>
              <a:latin typeface="Calibri Light"/>
            </a:endParaRPr>
          </a:p>
        </p:txBody>
      </p:sp>
      <p:sp>
        <p:nvSpPr>
          <p:cNvPr id="51" name="PlaceHolder 2"/>
          <p:cNvSpPr>
            <a:spLocks noGrp="1"/>
          </p:cNvSpPr>
          <p:nvPr>
            <p:ph type="body"/>
          </p:nvPr>
        </p:nvSpPr>
        <p:spPr>
          <a:xfrm>
            <a:off x="839880" y="1681200"/>
            <a:ext cx="515700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es-ES" sz="2400" b="1"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es-ES" sz="2400" b="1" u="none" strike="noStrike">
                <a:solidFill>
                  <a:schemeClr val="dk1"/>
                </a:solidFill>
                <a:effectLst/>
                <a:uFillTx/>
                <a:latin typeface="Calibri"/>
              </a:rPr>
              <a:t>Haga clic para modificar los estilos de texto del patrón</a:t>
            </a:r>
            <a:endParaRPr lang="es-ES" sz="2400" b="0" u="none" strike="noStrike">
              <a:solidFill>
                <a:schemeClr val="dk1"/>
              </a:solidFill>
              <a:effectLst/>
              <a:uFillTx/>
              <a:latin typeface="Calibri"/>
            </a:endParaRPr>
          </a:p>
        </p:txBody>
      </p:sp>
      <p:sp>
        <p:nvSpPr>
          <p:cNvPr id="52" name="PlaceHolder 3"/>
          <p:cNvSpPr>
            <a:spLocks noGrp="1"/>
          </p:cNvSpPr>
          <p:nvPr>
            <p:ph type="body"/>
          </p:nvPr>
        </p:nvSpPr>
        <p:spPr>
          <a:xfrm>
            <a:off x="839880" y="2505240"/>
            <a:ext cx="515700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tabLst>
                <a:tab pos="0" algn="l"/>
              </a:tabLst>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tabLst>
                <a:tab pos="0" algn="l"/>
              </a:tabLst>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tabLst>
                <a:tab pos="0" algn="l"/>
              </a:tabLst>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tabLst>
                <a:tab pos="0" algn="l"/>
              </a:tabLst>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tabLst>
                <a:tab pos="0" algn="l"/>
              </a:tabLst>
            </a:pPr>
            <a:r>
              <a:rPr lang="es-ES" sz="2800" b="0" u="none" strike="noStrike">
                <a:solidFill>
                  <a:schemeClr val="dk1"/>
                </a:solidFill>
                <a:effectLst/>
                <a:uFillTx/>
                <a:latin typeface="Calibri"/>
              </a:rPr>
              <a:t>Haga clic para modificar los estilos de texto del patrón</a:t>
            </a:r>
            <a:endParaRPr lang="es-E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tabLst>
                <a:tab pos="0" algn="l"/>
              </a:tabLst>
            </a:pPr>
            <a:r>
              <a:rPr lang="es-ES" sz="2400" b="0" u="none" strike="noStrike">
                <a:solidFill>
                  <a:schemeClr val="dk1"/>
                </a:solidFill>
                <a:effectLst/>
                <a:uFillTx/>
                <a:latin typeface="Calibri"/>
              </a:rPr>
              <a:t>Segundo nivel</a:t>
            </a:r>
            <a:endParaRPr lang="es-E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tabLst>
                <a:tab pos="0" algn="l"/>
              </a:tabLst>
            </a:pPr>
            <a:r>
              <a:rPr lang="es-ES" sz="2000" b="0" u="none" strike="noStrike">
                <a:solidFill>
                  <a:schemeClr val="dk1"/>
                </a:solidFill>
                <a:effectLst/>
                <a:uFillTx/>
                <a:latin typeface="Calibri"/>
              </a:rPr>
              <a:t>Tercer nivel</a:t>
            </a:r>
            <a:endParaRPr lang="es-E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tabLst>
                <a:tab pos="0" algn="l"/>
              </a:tabLst>
            </a:pPr>
            <a:r>
              <a:rPr lang="es-ES" sz="1800" b="0" u="none" strike="noStrike">
                <a:solidFill>
                  <a:schemeClr val="dk1"/>
                </a:solidFill>
                <a:effectLst/>
                <a:uFillTx/>
                <a:latin typeface="Calibri"/>
              </a:rPr>
              <a:t>Cuarto nivel</a:t>
            </a:r>
            <a:endParaRPr lang="es-E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tabLst>
                <a:tab pos="0" algn="l"/>
              </a:tabLst>
            </a:pPr>
            <a:r>
              <a:rPr lang="es-ES" sz="1800" b="0" u="none" strike="noStrike">
                <a:solidFill>
                  <a:schemeClr val="dk1"/>
                </a:solidFill>
                <a:effectLst/>
                <a:uFillTx/>
                <a:latin typeface="Calibri"/>
              </a:rPr>
              <a:t>Quinto nivel</a:t>
            </a:r>
            <a:endParaRPr lang="es-ES" sz="1800" b="0" u="none" strike="noStrike">
              <a:solidFill>
                <a:schemeClr val="dk1"/>
              </a:solidFill>
              <a:effectLst/>
              <a:uFillTx/>
              <a:latin typeface="Calibri"/>
            </a:endParaRPr>
          </a:p>
        </p:txBody>
      </p:sp>
      <p:sp>
        <p:nvSpPr>
          <p:cNvPr id="53" name="PlaceHolder 4"/>
          <p:cNvSpPr>
            <a:spLocks noGrp="1"/>
          </p:cNvSpPr>
          <p:nvPr>
            <p:ph type="body"/>
          </p:nvPr>
        </p:nvSpPr>
        <p:spPr>
          <a:xfrm>
            <a:off x="6172200" y="1681200"/>
            <a:ext cx="518256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es-ES" sz="2400" b="1"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es-ES" sz="2400" b="1" u="none" strike="noStrike">
                <a:solidFill>
                  <a:schemeClr val="dk1"/>
                </a:solidFill>
                <a:effectLst/>
                <a:uFillTx/>
                <a:latin typeface="Calibri"/>
              </a:rPr>
              <a:t>Haga clic para modificar los estilos de texto del patrón</a:t>
            </a:r>
            <a:endParaRPr lang="es-ES" sz="2400" b="0" u="none" strike="noStrike">
              <a:solidFill>
                <a:schemeClr val="dk1"/>
              </a:solidFill>
              <a:effectLst/>
              <a:uFillTx/>
              <a:latin typeface="Calibri"/>
            </a:endParaRPr>
          </a:p>
        </p:txBody>
      </p:sp>
      <p:sp>
        <p:nvSpPr>
          <p:cNvPr id="54" name="PlaceHolder 5"/>
          <p:cNvSpPr>
            <a:spLocks noGrp="1"/>
          </p:cNvSpPr>
          <p:nvPr>
            <p:ph type="body"/>
          </p:nvPr>
        </p:nvSpPr>
        <p:spPr>
          <a:xfrm>
            <a:off x="6172200" y="2505240"/>
            <a:ext cx="518256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tabLst>
                <a:tab pos="0" algn="l"/>
              </a:tabLst>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tabLst>
                <a:tab pos="0" algn="l"/>
              </a:tabLst>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tabLst>
                <a:tab pos="0" algn="l"/>
              </a:tabLst>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tabLst>
                <a:tab pos="0" algn="l"/>
              </a:tabLst>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tabLst>
                <a:tab pos="0" algn="l"/>
              </a:tabLst>
            </a:pPr>
            <a:r>
              <a:rPr lang="es-ES" sz="2800" b="0" u="none" strike="noStrike">
                <a:solidFill>
                  <a:schemeClr val="dk1"/>
                </a:solidFill>
                <a:effectLst/>
                <a:uFillTx/>
                <a:latin typeface="Calibri"/>
              </a:rPr>
              <a:t>Haga clic para modificar los estilos de texto del patrón</a:t>
            </a:r>
            <a:endParaRPr lang="es-E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tabLst>
                <a:tab pos="0" algn="l"/>
              </a:tabLst>
            </a:pPr>
            <a:r>
              <a:rPr lang="es-ES" sz="2400" b="0" u="none" strike="noStrike">
                <a:solidFill>
                  <a:schemeClr val="dk1"/>
                </a:solidFill>
                <a:effectLst/>
                <a:uFillTx/>
                <a:latin typeface="Calibri"/>
              </a:rPr>
              <a:t>Segundo nivel</a:t>
            </a:r>
            <a:endParaRPr lang="es-E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tabLst>
                <a:tab pos="0" algn="l"/>
              </a:tabLst>
            </a:pPr>
            <a:r>
              <a:rPr lang="es-ES" sz="2000" b="0" u="none" strike="noStrike">
                <a:solidFill>
                  <a:schemeClr val="dk1"/>
                </a:solidFill>
                <a:effectLst/>
                <a:uFillTx/>
                <a:latin typeface="Calibri"/>
              </a:rPr>
              <a:t>Tercer nivel</a:t>
            </a:r>
            <a:endParaRPr lang="es-E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tabLst>
                <a:tab pos="0" algn="l"/>
              </a:tabLst>
            </a:pPr>
            <a:r>
              <a:rPr lang="es-ES" sz="1800" b="0" u="none" strike="noStrike">
                <a:solidFill>
                  <a:schemeClr val="dk1"/>
                </a:solidFill>
                <a:effectLst/>
                <a:uFillTx/>
                <a:latin typeface="Calibri"/>
              </a:rPr>
              <a:t>Cuarto nivel</a:t>
            </a:r>
            <a:endParaRPr lang="es-E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tabLst>
                <a:tab pos="0" algn="l"/>
              </a:tabLst>
            </a:pPr>
            <a:r>
              <a:rPr lang="es-ES" sz="1800" b="0" u="none" strike="noStrike">
                <a:solidFill>
                  <a:schemeClr val="dk1"/>
                </a:solidFill>
                <a:effectLst/>
                <a:uFillTx/>
                <a:latin typeface="Calibri"/>
              </a:rPr>
              <a:t>Quinto nivel</a:t>
            </a:r>
            <a:endParaRPr lang="es-ES" sz="1800" b="0" u="none" strike="noStrike">
              <a:solidFill>
                <a:schemeClr val="dk1"/>
              </a:solidFill>
              <a:effectLst/>
              <a:uFillTx/>
              <a:latin typeface="Calibri"/>
            </a:endParaRPr>
          </a:p>
        </p:txBody>
      </p:sp>
      <p:sp>
        <p:nvSpPr>
          <p:cNvPr id="55" name="PlaceHolder 6"/>
          <p:cNvSpPr>
            <a:spLocks noGrp="1"/>
          </p:cNvSpPr>
          <p:nvPr>
            <p:ph type="dt" idx="28"/>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6" name="PlaceHolder 7"/>
          <p:cNvSpPr>
            <a:spLocks noGrp="1"/>
          </p:cNvSpPr>
          <p:nvPr>
            <p:ph type="ftr" idx="29"/>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7" name="PlaceHolder 8"/>
          <p:cNvSpPr>
            <a:spLocks noGrp="1"/>
          </p:cNvSpPr>
          <p:nvPr>
            <p:ph type="sldNum" idx="30"/>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38F5E694-5651-4E70-B95E-79E226CFDCDA}" type="slidenum">
              <a:rPr lang="es-E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Solo el título">
    <p:bg>
      <p:bgPr>
        <a:solidFill>
          <a:srgbClr val="FFFFFF"/>
        </a:solidFill>
      </p:bgPr>
    </p:bg>
    <p:spTree>
      <p:nvGrpSpPr>
        <p:cNvPr id="1" name=""/>
        <p:cNvGrpSpPr/>
        <p:nvPr/>
      </p:nvGrpSpPr>
      <p:grpSpPr>
        <a:xfrm>
          <a:off x="0" y="0"/>
          <a:ext cx="0" cy="0"/>
          <a:chOff x="0" y="0"/>
          <a:chExt cx="0" cy="0"/>
        </a:xfrm>
      </p:grpSpPr>
      <p:sp>
        <p:nvSpPr>
          <p:cNvPr id="58"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Haga clic para modificar el estilo de título del patrón</a:t>
            </a:r>
            <a:endParaRPr lang="es-ES" sz="4400" b="0" u="none" strike="noStrike">
              <a:solidFill>
                <a:schemeClr val="dk1"/>
              </a:solidFill>
              <a:effectLst/>
              <a:uFillTx/>
              <a:latin typeface="Calibri Light"/>
            </a:endParaRPr>
          </a:p>
        </p:txBody>
      </p:sp>
      <p:sp>
        <p:nvSpPr>
          <p:cNvPr id="59" name="PlaceHolder 2"/>
          <p:cNvSpPr>
            <a:spLocks noGrp="1"/>
          </p:cNvSpPr>
          <p:nvPr>
            <p:ph type="dt" idx="31"/>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60" name="PlaceHolder 3"/>
          <p:cNvSpPr>
            <a:spLocks noGrp="1"/>
          </p:cNvSpPr>
          <p:nvPr>
            <p:ph type="ftr" idx="32"/>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1" name="PlaceHolder 4"/>
          <p:cNvSpPr>
            <a:spLocks noGrp="1"/>
          </p:cNvSpPr>
          <p:nvPr>
            <p:ph type="sldNum" idx="33"/>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F04B9A95-DA1D-46B2-8C3B-052B46DC9794}" type="slidenum">
              <a:rPr lang="es-E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7.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7.xml"/>
</Relationships>
</file>

<file path=ppt/slides/_rels/slide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7.xml"/>
</Relationships>
</file>

<file path=ppt/slides/_rels/slide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slideLayout" Target="../slideLayouts/slideLayout7.xml"/>
</Relationships>
</file>

<file path=ppt/slides/_rels/slide8.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slideLayout" Target="../slideLayouts/slideLayout7.xml"/>
</Relationships>
</file>

<file path=ppt/slides/_rels/slide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7.xml"/>
</Relationships>
</file>

<file path=ppt/slides/_rels/slide1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7.xml"/>
</Relationships>
</file>

<file path=ppt/slides/_rels/slide11.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7.xml"/>
</Relationships>
</file>

<file path=ppt/slides/_rels/slide1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6.png"/><Relationship Id="rId3" Type="http://schemas.openxmlformats.org/officeDocument/2006/relationships/image" Target="../media/image15.png"/><Relationship Id="rId4" Type="http://schemas.openxmlformats.org/officeDocument/2006/relationships/slideLayout" Target="../slideLayouts/slideLayout7.xml"/>
</Relationships>
</file>

<file path=ppt/slides/_rels/slide13.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6.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slideLayout" Target="../slideLayouts/slideLayout7.xml"/>
</Relationships>
</file>

<file path=ppt/slides/_rels/slide1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6.png"/><Relationship Id="rId3" Type="http://schemas.openxmlformats.org/officeDocument/2006/relationships/image" Target="../media/image18.png"/><Relationship Id="rId4" Type="http://schemas.openxmlformats.org/officeDocument/2006/relationships/slideLayout" Target="../slideLayouts/slideLayout7.xml"/>
</Relationships>
</file>

<file path=ppt/slides/_rels/slide1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7.xml"/>
</Relationships>
</file>

<file path=ppt/slides/_rels/slide1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6.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slideLayout" Target="../slideLayouts/slideLayout7.xml"/>
</Relationships>
</file>

<file path=ppt/slides/_rels/slide1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6.png"/><Relationship Id="rId3" Type="http://schemas.openxmlformats.org/officeDocument/2006/relationships/video" Target="../media/media22.mp4"/><Relationship Id="rId4" Type="http://schemas.microsoft.com/office/2007/relationships/media" Target="../media/media22.mp4"/><Relationship Id="rId5" Type="http://schemas.openxmlformats.org/officeDocument/2006/relationships/image" Target="../media/image23.png"/><Relationship Id="rId6" Type="http://schemas.openxmlformats.org/officeDocument/2006/relationships/video" Target="../media/media24.mp4"/><Relationship Id="rId7" Type="http://schemas.microsoft.com/office/2007/relationships/media" Target="../media/media24.mp4"/><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slideLayout" Target="../slideLayouts/slideLayout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2" name="Imagen 4"/>
          <p:cNvPicPr/>
          <p:nvPr/>
        </p:nvPicPr>
        <p:blipFill>
          <a:blip r:embed="rId1"/>
          <a:stretch/>
        </p:blipFill>
        <p:spPr>
          <a:xfrm>
            <a:off x="0" y="0"/>
            <a:ext cx="12203640" cy="6857280"/>
          </a:xfrm>
          <a:prstGeom prst="rect">
            <a:avLst/>
          </a:prstGeom>
          <a:noFill/>
          <a:ln w="0">
            <a:noFill/>
          </a:ln>
        </p:spPr>
      </p:pic>
      <p:pic>
        <p:nvPicPr>
          <p:cNvPr id="63" name="Imagen 6"/>
          <p:cNvPicPr/>
          <p:nvPr/>
        </p:nvPicPr>
        <p:blipFill>
          <a:blip r:embed="rId2"/>
          <a:stretch/>
        </p:blipFill>
        <p:spPr>
          <a:xfrm>
            <a:off x="3209760" y="2317680"/>
            <a:ext cx="5989320" cy="204156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4" name="Imagen 4"/>
          <p:cNvPicPr/>
          <p:nvPr/>
        </p:nvPicPr>
        <p:blipFill>
          <a:blip r:embed="rId1"/>
          <a:stretch/>
        </p:blipFill>
        <p:spPr>
          <a:xfrm>
            <a:off x="8552880" y="151560"/>
            <a:ext cx="3508560" cy="1148040"/>
          </a:xfrm>
          <a:prstGeom prst="rect">
            <a:avLst/>
          </a:prstGeom>
          <a:noFill/>
          <a:ln w="0">
            <a:noFill/>
          </a:ln>
        </p:spPr>
      </p:pic>
      <p:sp>
        <p:nvSpPr>
          <p:cNvPr id="65" name="CuadroTexto 6"/>
          <p:cNvSpPr/>
          <p:nvPr/>
        </p:nvSpPr>
        <p:spPr>
          <a:xfrm>
            <a:off x="644760" y="5294160"/>
            <a:ext cx="6094080" cy="707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0" u="none" strike="noStrike">
                <a:solidFill>
                  <a:srgbClr val="D51F3B"/>
                </a:solidFill>
                <a:effectLst/>
                <a:uFillTx/>
                <a:latin typeface="Calibri"/>
              </a:rPr>
              <a:t>Assignment 2</a:t>
            </a:r>
            <a:endParaRPr lang="en-US" sz="4000" b="0" u="none" strike="noStrike">
              <a:solidFill>
                <a:srgbClr val="000000"/>
              </a:solidFill>
              <a:effectLst/>
              <a:uFillTx/>
              <a:latin typeface="Arial"/>
            </a:endParaRPr>
          </a:p>
        </p:txBody>
      </p:sp>
      <p:sp>
        <p:nvSpPr>
          <p:cNvPr id="66" name="CuadroTexto 8"/>
          <p:cNvSpPr/>
          <p:nvPr/>
        </p:nvSpPr>
        <p:spPr>
          <a:xfrm>
            <a:off x="644760" y="6001920"/>
            <a:ext cx="7598880" cy="3992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2000" b="0" u="none" strike="noStrike">
                <a:solidFill>
                  <a:schemeClr val="dk1"/>
                </a:solidFill>
                <a:effectLst/>
                <a:uFillTx/>
                <a:latin typeface="Calibri"/>
              </a:rPr>
              <a:t>Richard Rumpelt </a:t>
            </a:r>
            <a:r>
              <a:rPr lang="es-ES" sz="2000" b="0" u="none" strike="noStrike">
                <a:solidFill>
                  <a:schemeClr val="dk1"/>
                </a:solidFill>
                <a:effectLst/>
                <a:uFillTx/>
                <a:latin typeface="Calibri"/>
              </a:rPr>
              <a:t>	</a:t>
            </a:r>
            <a:r>
              <a:rPr lang="es-ES" sz="2000" b="0" u="none" strike="noStrike">
                <a:solidFill>
                  <a:schemeClr val="dk1"/>
                </a:solidFill>
                <a:effectLst/>
                <a:uFillTx/>
                <a:latin typeface="Calibri"/>
              </a:rPr>
              <a:t>	</a:t>
            </a:r>
            <a:r>
              <a:rPr lang="es-ES" sz="2000" b="0" u="none" strike="noStrike">
                <a:solidFill>
                  <a:schemeClr val="dk1"/>
                </a:solidFill>
                <a:effectLst/>
                <a:uFillTx/>
                <a:latin typeface="Calibri"/>
              </a:rPr>
              <a:t>Javier Comes Tello </a:t>
            </a:r>
            <a:r>
              <a:rPr lang="es-ES" sz="2000" b="0" u="none" strike="noStrike">
                <a:solidFill>
                  <a:schemeClr val="dk1"/>
                </a:solidFill>
                <a:effectLst/>
                <a:uFillTx/>
                <a:latin typeface="Calibri"/>
              </a:rPr>
              <a:t>	</a:t>
            </a:r>
            <a:r>
              <a:rPr lang="es-ES" sz="2000" b="0" u="none" strike="noStrike">
                <a:solidFill>
                  <a:schemeClr val="dk1"/>
                </a:solidFill>
                <a:effectLst/>
                <a:uFillTx/>
                <a:latin typeface="Calibri"/>
              </a:rPr>
              <a:t>  Tobias Brand </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p:nvPr>
        </p:nvSpPr>
        <p:spPr>
          <a:xfrm>
            <a:off x="838080" y="1825560"/>
            <a:ext cx="10514880" cy="4350600"/>
          </a:xfrm>
          <a:prstGeom prst="rect">
            <a:avLst/>
          </a:prstGeom>
          <a:noFill/>
          <a:ln w="0">
            <a:noFill/>
          </a:ln>
        </p:spPr>
        <p:txBody>
          <a:bodyPr lIns="91440" tIns="45720" rIns="91440" bIns="45720" anchor="t">
            <a:noAutofit/>
          </a:bodyPr>
          <a:p>
            <a:pPr indent="0" algn="l" defTabSz="914400">
              <a:lnSpc>
                <a:spcPct val="90000"/>
              </a:lnSpc>
              <a:spcBef>
                <a:spcPts val="1001"/>
              </a:spcBef>
              <a:buNone/>
              <a:tabLst>
                <a:tab pos="0" algn="l"/>
              </a:tabLst>
            </a:pPr>
            <a:r>
              <a:rPr lang="es-ES" sz="2800" b="0" u="none" strike="noStrike">
                <a:solidFill>
                  <a:schemeClr val="dk1"/>
                </a:solidFill>
                <a:effectLst/>
                <a:uFillTx/>
                <a:latin typeface="Calibri"/>
              </a:rPr>
              <a:t>Q1 </a:t>
            </a:r>
            <a:r>
              <a:rPr lang="en-US" sz="2800" b="0" u="none" strike="noStrike">
                <a:solidFill>
                  <a:schemeClr val="dk1"/>
                </a:solidFill>
                <a:effectLst/>
                <a:uFillTx/>
                <a:latin typeface="Calibri"/>
              </a:rPr>
              <a:t>– </a:t>
            </a:r>
            <a:r>
              <a:rPr lang="es-ES" sz="2800" b="0" u="none" strike="noStrike">
                <a:solidFill>
                  <a:schemeClr val="dk1"/>
                </a:solidFill>
                <a:effectLst/>
                <a:uFillTx/>
                <a:latin typeface="Calibri"/>
              </a:rPr>
              <a:t>Camera</a:t>
            </a:r>
            <a:endParaRPr lang="es-E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s-ES" sz="2800" b="0" u="none" strike="noStrike">
                <a:solidFill>
                  <a:schemeClr val="dk1"/>
                </a:solidFill>
                <a:effectLst/>
                <a:uFillTx/>
                <a:latin typeface="Calibri"/>
              </a:rPr>
              <a:t>Q2 </a:t>
            </a:r>
            <a:r>
              <a:rPr lang="en-US" sz="2800" b="0" u="none" strike="noStrike">
                <a:solidFill>
                  <a:schemeClr val="dk1"/>
                </a:solidFill>
                <a:effectLst/>
                <a:uFillTx/>
                <a:latin typeface="Calibri"/>
              </a:rPr>
              <a:t>– </a:t>
            </a:r>
            <a:r>
              <a:rPr lang="es-ES" sz="2800" b="0" u="none" strike="noStrike">
                <a:solidFill>
                  <a:schemeClr val="dk1"/>
                </a:solidFill>
                <a:effectLst/>
                <a:uFillTx/>
                <a:latin typeface="Calibri"/>
              </a:rPr>
              <a:t>Lidar</a:t>
            </a:r>
            <a:endParaRPr lang="es-E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Q3 – </a:t>
            </a:r>
            <a:r>
              <a:rPr lang="es-ES" sz="2800" b="0" u="none" strike="noStrike">
                <a:solidFill>
                  <a:schemeClr val="dk1"/>
                </a:solidFill>
                <a:effectLst/>
                <a:uFillTx/>
                <a:latin typeface="Calibri"/>
              </a:rPr>
              <a:t>Camera-Lidar Fusion</a:t>
            </a:r>
            <a:endParaRPr lang="es-E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Q4 – </a:t>
            </a:r>
            <a:r>
              <a:rPr lang="es-ES" sz="2800" b="0" u="none" strike="noStrike">
                <a:solidFill>
                  <a:schemeClr val="dk1"/>
                </a:solidFill>
                <a:effectLst/>
                <a:uFillTx/>
                <a:latin typeface="Calibri"/>
              </a:rPr>
              <a:t>Autonomous navigation and slip estimation</a:t>
            </a:r>
            <a:endParaRPr lang="es-E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s-ES" sz="2800" b="0" u="none" strike="noStrike">
              <a:solidFill>
                <a:schemeClr val="dk1"/>
              </a:solidFill>
              <a:effectLst/>
              <a:uFillTx/>
              <a:latin typeface="Calibri"/>
            </a:endParaRPr>
          </a:p>
        </p:txBody>
      </p:sp>
      <p:sp>
        <p:nvSpPr>
          <p:cNvPr id="68" name="CuadroTexto 4"/>
          <p:cNvSpPr/>
          <p:nvPr/>
        </p:nvSpPr>
        <p:spPr>
          <a:xfrm>
            <a:off x="838080" y="603360"/>
            <a:ext cx="6094080" cy="707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0" u="none" strike="noStrike">
                <a:solidFill>
                  <a:srgbClr val="D51F3B"/>
                </a:solidFill>
                <a:effectLst/>
                <a:uFillTx/>
                <a:latin typeface="Calibri"/>
              </a:rPr>
              <a:t>Outline</a:t>
            </a:r>
            <a:endParaRPr lang="en-US" sz="4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CuadroTexto 4"/>
          <p:cNvSpPr/>
          <p:nvPr/>
        </p:nvSpPr>
        <p:spPr>
          <a:xfrm>
            <a:off x="4508280" y="2876400"/>
            <a:ext cx="6566040" cy="13226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1" u="none" strike="noStrike">
                <a:solidFill>
                  <a:srgbClr val="D51F3B"/>
                </a:solidFill>
                <a:effectLst/>
                <a:uFillTx/>
                <a:latin typeface="Calibri"/>
              </a:rPr>
              <a:t>Q1 </a:t>
            </a:r>
            <a:r>
              <a:rPr lang="en-US" sz="4000" b="1" u="none" strike="noStrike">
                <a:solidFill>
                  <a:srgbClr val="D51F3B"/>
                </a:solidFill>
                <a:effectLst/>
                <a:uFillTx/>
                <a:latin typeface="Calibri"/>
              </a:rPr>
              <a:t>– </a:t>
            </a:r>
            <a:r>
              <a:rPr lang="es-ES" sz="4000" b="1" u="none" strike="noStrike">
                <a:solidFill>
                  <a:srgbClr val="D51F3B"/>
                </a:solidFill>
                <a:effectLst/>
                <a:uFillTx/>
                <a:latin typeface="Calibri"/>
              </a:rPr>
              <a:t>Camera</a:t>
            </a:r>
            <a:endParaRPr lang="en-US" sz="4000" b="0" u="none" strike="noStrike">
              <a:solidFill>
                <a:srgbClr val="000000"/>
              </a:solidFill>
              <a:effectLst/>
              <a:uFillTx/>
              <a:latin typeface="Arial"/>
            </a:endParaRPr>
          </a:p>
          <a:p>
            <a:pPr defTabSz="914400">
              <a:lnSpc>
                <a:spcPct val="100000"/>
              </a:lnSpc>
            </a:pPr>
            <a:r>
              <a:rPr lang="es-ES" sz="4000" b="0" u="none" strike="noStrike">
                <a:solidFill>
                  <a:srgbClr val="D51F3B"/>
                </a:solidFill>
                <a:effectLst/>
                <a:uFillTx/>
                <a:latin typeface="Calibri"/>
              </a:rPr>
              <a:t>  </a:t>
            </a:r>
            <a:endParaRPr lang="en-US" sz="4000" b="0" u="none" strike="noStrike">
              <a:solidFill>
                <a:srgbClr val="000000"/>
              </a:solidFill>
              <a:effectLst/>
              <a:uFillTx/>
              <a:latin typeface="Arial"/>
            </a:endParaRPr>
          </a:p>
        </p:txBody>
      </p:sp>
      <p:sp>
        <p:nvSpPr>
          <p:cNvPr id="70" name="CuadroTexto 6"/>
          <p:cNvSpPr/>
          <p:nvPr/>
        </p:nvSpPr>
        <p:spPr>
          <a:xfrm>
            <a:off x="5334480" y="3538440"/>
            <a:ext cx="1302480" cy="3992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2000" b="0" u="none" strike="noStrike">
                <a:solidFill>
                  <a:schemeClr val="dk1"/>
                </a:solidFill>
                <a:effectLst/>
                <a:uFillTx/>
                <a:latin typeface="Calibri"/>
              </a:rPr>
              <a:t>25 points</a:t>
            </a:r>
            <a:endParaRPr lang="en-US" sz="2000" b="0" u="none" strike="noStrike">
              <a:solidFill>
                <a:srgbClr val="000000"/>
              </a:solidFill>
              <a:effectLst/>
              <a:uFillTx/>
              <a:latin typeface="Arial"/>
            </a:endParaRPr>
          </a:p>
        </p:txBody>
      </p:sp>
      <p:pic>
        <p:nvPicPr>
          <p:cNvPr id="71" name="Imagen 8"/>
          <p:cNvPicPr/>
          <p:nvPr/>
        </p:nvPicPr>
        <p:blipFill>
          <a:blip r:embed="rId1"/>
          <a:stretch/>
        </p:blipFill>
        <p:spPr>
          <a:xfrm>
            <a:off x="204120" y="6016680"/>
            <a:ext cx="1941120" cy="71028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2" name="Grafik 2"/>
          <p:cNvPicPr/>
          <p:nvPr/>
        </p:nvPicPr>
        <p:blipFill>
          <a:blip r:embed="rId1"/>
          <a:stretch/>
        </p:blipFill>
        <p:spPr>
          <a:xfrm>
            <a:off x="966240" y="1339560"/>
            <a:ext cx="10014120" cy="5445000"/>
          </a:xfrm>
          <a:prstGeom prst="rect">
            <a:avLst/>
          </a:prstGeom>
          <a:noFill/>
          <a:ln w="0">
            <a:noFill/>
          </a:ln>
        </p:spPr>
      </p:pic>
      <p:sp>
        <p:nvSpPr>
          <p:cNvPr id="73" name="CuadroTexto 3"/>
          <p:cNvSpPr/>
          <p:nvPr/>
        </p:nvSpPr>
        <p:spPr>
          <a:xfrm>
            <a:off x="966240" y="446400"/>
            <a:ext cx="6094080" cy="707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0" u="none" strike="noStrike">
                <a:solidFill>
                  <a:srgbClr val="D51F3B"/>
                </a:solidFill>
                <a:effectLst/>
                <a:uFillTx/>
                <a:latin typeface="Calibri"/>
              </a:rPr>
              <a:t>Assignment 1 – Q1 Result</a:t>
            </a:r>
            <a:endParaRPr lang="en-US" sz="4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p:nvPr>
        </p:nvSpPr>
        <p:spPr>
          <a:xfrm>
            <a:off x="838080" y="1825560"/>
            <a:ext cx="10514880" cy="4350600"/>
          </a:xfrm>
          <a:prstGeom prst="rect">
            <a:avLst/>
          </a:prstGeom>
          <a:noFill/>
          <a:ln w="0">
            <a:noFill/>
          </a:ln>
        </p:spPr>
        <p:txBody>
          <a:bodyPr lIns="91440" tIns="45720" rIns="91440" bIns="45720" anchor="t">
            <a:normAutofit/>
          </a:bodyPr>
          <a:p>
            <a:pPr marL="228600" indent="-228600" algn="l" defTabSz="914400">
              <a:lnSpc>
                <a:spcPct val="90000"/>
              </a:lnSpc>
              <a:spcBef>
                <a:spcPts val="1001"/>
              </a:spcBef>
              <a:buClr>
                <a:srgbClr val="000000"/>
              </a:buClr>
              <a:buFont typeface="Arial"/>
              <a:buChar char="•"/>
            </a:pPr>
            <a:r>
              <a:rPr lang="es-ES" sz="2800" b="1" u="none" strike="noStrike">
                <a:solidFill>
                  <a:schemeClr val="dk1"/>
                </a:solidFill>
                <a:effectLst/>
                <a:uFillTx/>
                <a:latin typeface="Calibri"/>
              </a:rPr>
              <a:t>Objective: </a:t>
            </a:r>
            <a:r>
              <a:rPr lang="en-US" sz="2800" b="0" u="none" strike="noStrike">
                <a:solidFill>
                  <a:schemeClr val="dk1"/>
                </a:solidFill>
                <a:effectLst/>
                <a:uFillTx/>
                <a:latin typeface="Calibri"/>
              </a:rPr>
              <a:t>Calculate and visualize, in a three-dimensional space, the temporal trajectory of the center of the swinging load throughout all the frames of the training video.</a:t>
            </a:r>
            <a:endParaRPr lang="es-E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pPr>
            <a:r>
              <a:rPr lang="es-ES" sz="2800" b="1" u="none" strike="noStrike">
                <a:solidFill>
                  <a:schemeClr val="dk1"/>
                </a:solidFill>
                <a:effectLst/>
                <a:uFillTx/>
                <a:latin typeface="Calibri"/>
              </a:rPr>
              <a:t>Method:</a:t>
            </a:r>
            <a:endParaRPr lang="es-E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Object Detection: the YOLO model trained in Assignment 1 (best.pt)</a:t>
            </a:r>
            <a:endParaRPr lang="es-ES" sz="24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2D centroid calculation: (u,v)</a:t>
            </a:r>
            <a:endParaRPr lang="es-ES" sz="24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Depth extraction with filtering </a:t>
            </a:r>
            <a:endParaRPr lang="es-ES" sz="24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Deprojection to 3D coordinates:</a:t>
            </a:r>
            <a:br>
              <a:rPr sz="2400"/>
            </a:br>
            <a:r>
              <a:rPr lang="es-ES" sz="2400" b="0" u="none" strike="noStrike">
                <a:solidFill>
                  <a:schemeClr val="dk1"/>
                </a:solidFill>
                <a:effectLst/>
                <a:uFillTx/>
                <a:latin typeface="Calibri"/>
              </a:rPr>
              <a:t> </a:t>
            </a:r>
            <a:endParaRPr lang="es-ES" sz="24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s-ES" sz="2800" b="0" u="none" strike="noStrike">
              <a:solidFill>
                <a:schemeClr val="dk1"/>
              </a:solidFill>
              <a:effectLst/>
              <a:uFillTx/>
              <a:latin typeface="Calibri"/>
            </a:endParaRPr>
          </a:p>
        </p:txBody>
      </p:sp>
      <p:sp>
        <p:nvSpPr>
          <p:cNvPr id="75" name="CuadroTexto 4"/>
          <p:cNvSpPr/>
          <p:nvPr/>
        </p:nvSpPr>
        <p:spPr>
          <a:xfrm>
            <a:off x="838080" y="603360"/>
            <a:ext cx="6094080" cy="707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0" u="none" strike="noStrike">
                <a:solidFill>
                  <a:srgbClr val="D51F3B"/>
                </a:solidFill>
                <a:effectLst/>
                <a:uFillTx/>
                <a:latin typeface="Calibri"/>
              </a:rPr>
              <a:t>Objective &amp; Method (a,b,c)</a:t>
            </a:r>
            <a:endParaRPr lang="en-US" sz="4000" b="0" u="none" strike="noStrike">
              <a:solidFill>
                <a:srgbClr val="000000"/>
              </a:solidFill>
              <a:effectLst/>
              <a:uFillTx/>
              <a:latin typeface="Arial"/>
            </a:endParaRPr>
          </a:p>
        </p:txBody>
      </p:sp>
      <p:pic>
        <p:nvPicPr>
          <p:cNvPr id="76" name="Imagen 3"/>
          <p:cNvPicPr/>
          <p:nvPr/>
        </p:nvPicPr>
        <p:blipFill>
          <a:blip r:embed="rId1"/>
          <a:srcRect l="0" t="0" r="11519" b="0"/>
          <a:stretch/>
        </p:blipFill>
        <p:spPr>
          <a:xfrm>
            <a:off x="713160" y="5919480"/>
            <a:ext cx="9524160" cy="846360"/>
          </a:xfrm>
          <a:prstGeom prst="rect">
            <a:avLst/>
          </a:prstGeom>
          <a:noFill/>
          <a:ln w="0">
            <a:noFill/>
          </a:ln>
        </p:spPr>
      </p:pic>
      <p:pic>
        <p:nvPicPr>
          <p:cNvPr id="77" name="Imagen 6"/>
          <p:cNvPicPr/>
          <p:nvPr/>
        </p:nvPicPr>
        <p:blipFill>
          <a:blip r:embed="rId2"/>
          <a:srcRect l="88455" t="0" r="0" b="38841"/>
          <a:stretch/>
        </p:blipFill>
        <p:spPr>
          <a:xfrm>
            <a:off x="10238400" y="5918040"/>
            <a:ext cx="1239840" cy="517320"/>
          </a:xfrm>
          <a:prstGeom prst="rect">
            <a:avLst/>
          </a:prstGeom>
          <a:noFill/>
          <a:ln w="0">
            <a:noFill/>
          </a:ln>
        </p:spPr>
      </p:pic>
      <p:pic>
        <p:nvPicPr>
          <p:cNvPr id="78" name="Imagen 5"/>
          <p:cNvPicPr/>
          <p:nvPr/>
        </p:nvPicPr>
        <p:blipFill>
          <a:blip r:embed="rId3"/>
          <a:srcRect l="0" t="0" r="0" b="53922"/>
          <a:stretch/>
        </p:blipFill>
        <p:spPr>
          <a:xfrm>
            <a:off x="5703480" y="4645800"/>
            <a:ext cx="2458080" cy="585720"/>
          </a:xfrm>
          <a:prstGeom prst="rect">
            <a:avLst/>
          </a:prstGeom>
          <a:noFill/>
          <a:ln w="0">
            <a:noFill/>
          </a:ln>
        </p:spPr>
      </p:pic>
      <p:pic>
        <p:nvPicPr>
          <p:cNvPr id="79" name="Imagen 8"/>
          <p:cNvPicPr/>
          <p:nvPr/>
        </p:nvPicPr>
        <p:blipFill>
          <a:blip r:embed="rId4"/>
          <a:srcRect l="0" t="0" r="55045" b="0"/>
          <a:stretch/>
        </p:blipFill>
        <p:spPr>
          <a:xfrm>
            <a:off x="9131760" y="4370400"/>
            <a:ext cx="2458080" cy="1241280"/>
          </a:xfrm>
          <a:prstGeom prst="rect">
            <a:avLst/>
          </a:prstGeom>
          <a:noFill/>
          <a:ln w="0">
            <a:noFill/>
          </a:ln>
        </p:spPr>
      </p:pic>
      <p:sp>
        <p:nvSpPr>
          <p:cNvPr id="80" name="Flecha: a la derecha 11"/>
          <p:cNvSpPr/>
          <p:nvPr/>
        </p:nvSpPr>
        <p:spPr>
          <a:xfrm>
            <a:off x="8317080" y="4819680"/>
            <a:ext cx="659160" cy="292320"/>
          </a:xfrm>
          <a:prstGeom prst="rightArrow">
            <a:avLst>
              <a:gd name="adj1" fmla="val 50000"/>
              <a:gd name="adj2" fmla="val 50000"/>
            </a:avLst>
          </a:prstGeom>
          <a:solidFill>
            <a:srgbClr val="000000"/>
          </a:solidFill>
          <a:ln>
            <a:solidFill>
              <a:srgbClr val="000000"/>
            </a:solidFill>
          </a:ln>
        </p:spPr>
        <p:style>
          <a:lnRef idx="2">
            <a:schemeClr val="dk1">
              <a:shade val="15000"/>
            </a:schemeClr>
          </a:lnRef>
          <a:fillRef idx="1">
            <a:schemeClr val="dk1"/>
          </a:fillRef>
          <a:effectRef idx="0">
            <a:schemeClr val="dk1"/>
          </a:effectRef>
          <a:fontRef idx="minor"/>
        </p:style>
        <p:txBody>
          <a:bodyPr lIns="90000" tIns="45000" rIns="90000" bIns="45000" anchor="ctr">
            <a:noAutofit/>
          </a:bodyPr>
          <a:p>
            <a:pPr/>
            <a:endParaRPr lang="es-ES" sz="1800" b="0" u="none" strike="noStrike">
              <a:solidFill>
                <a:schemeClr val="lt1"/>
              </a:solidFill>
              <a:effectLst/>
              <a:uFillTx/>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CuadroTexto 4"/>
          <p:cNvSpPr/>
          <p:nvPr/>
        </p:nvSpPr>
        <p:spPr>
          <a:xfrm>
            <a:off x="838080" y="603360"/>
            <a:ext cx="6094080" cy="707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0" u="none" strike="noStrike">
                <a:solidFill>
                  <a:srgbClr val="D51F3B"/>
                </a:solidFill>
                <a:effectLst/>
                <a:uFillTx/>
                <a:latin typeface="Calibri"/>
              </a:rPr>
              <a:t>Results</a:t>
            </a:r>
            <a:endParaRPr lang="en-US" sz="4000" b="0" u="none" strike="noStrike">
              <a:solidFill>
                <a:srgbClr val="000000"/>
              </a:solidFill>
              <a:effectLst/>
              <a:uFillTx/>
              <a:latin typeface="Arial"/>
            </a:endParaRPr>
          </a:p>
        </p:txBody>
      </p:sp>
      <p:pic>
        <p:nvPicPr>
          <p:cNvPr id="82" name="Imagen 3"/>
          <p:cNvPicPr/>
          <p:nvPr/>
        </p:nvPicPr>
        <p:blipFill>
          <a:blip r:embed="rId1"/>
          <a:srcRect l="0" t="0" r="11519" b="0"/>
          <a:stretch/>
        </p:blipFill>
        <p:spPr>
          <a:xfrm>
            <a:off x="713160" y="5919480"/>
            <a:ext cx="9524160" cy="846360"/>
          </a:xfrm>
          <a:prstGeom prst="rect">
            <a:avLst/>
          </a:prstGeom>
          <a:noFill/>
          <a:ln w="0">
            <a:noFill/>
          </a:ln>
        </p:spPr>
      </p:pic>
      <p:pic>
        <p:nvPicPr>
          <p:cNvPr id="83" name="Imagen 6"/>
          <p:cNvPicPr/>
          <p:nvPr/>
        </p:nvPicPr>
        <p:blipFill>
          <a:blip r:embed="rId2"/>
          <a:srcRect l="88455" t="0" r="0" b="38841"/>
          <a:stretch/>
        </p:blipFill>
        <p:spPr>
          <a:xfrm>
            <a:off x="10238400" y="5918040"/>
            <a:ext cx="1239840" cy="517320"/>
          </a:xfrm>
          <a:prstGeom prst="rect">
            <a:avLst/>
          </a:prstGeom>
          <a:noFill/>
          <a:ln w="0">
            <a:noFill/>
          </a:ln>
        </p:spPr>
      </p:pic>
      <p:pic>
        <p:nvPicPr>
          <p:cNvPr id="84" name="Imagen 2"/>
          <p:cNvPicPr/>
          <p:nvPr/>
        </p:nvPicPr>
        <p:blipFill>
          <a:blip r:embed="rId3"/>
          <a:stretch/>
        </p:blipFill>
        <p:spPr>
          <a:xfrm>
            <a:off x="713160" y="1523520"/>
            <a:ext cx="5330880" cy="4264560"/>
          </a:xfrm>
          <a:prstGeom prst="rect">
            <a:avLst/>
          </a:prstGeom>
          <a:noFill/>
          <a:ln w="0">
            <a:noFill/>
          </a:ln>
        </p:spPr>
      </p:pic>
      <p:pic>
        <p:nvPicPr>
          <p:cNvPr id="85" name="Imagen 10"/>
          <p:cNvPicPr/>
          <p:nvPr/>
        </p:nvPicPr>
        <p:blipFill>
          <a:blip r:embed="rId4"/>
          <a:stretch/>
        </p:blipFill>
        <p:spPr>
          <a:xfrm>
            <a:off x="6537240" y="1653480"/>
            <a:ext cx="5330880" cy="4264560"/>
          </a:xfrm>
          <a:prstGeom prst="rect">
            <a:avLst/>
          </a:prstGeom>
          <a:noFill/>
          <a:ln w="0">
            <a:noFill/>
          </a:ln>
        </p:spPr>
      </p:pic>
      <p:sp>
        <p:nvSpPr>
          <p:cNvPr id="86" name="Rectángulo 11"/>
          <p:cNvSpPr/>
          <p:nvPr/>
        </p:nvSpPr>
        <p:spPr>
          <a:xfrm>
            <a:off x="1682280" y="1388160"/>
            <a:ext cx="2529000" cy="415440"/>
          </a:xfrm>
          <a:prstGeom prst="rect">
            <a:avLst/>
          </a:prstGeom>
          <a:solidFill>
            <a:schemeClr val="bg1"/>
          </a:solidFill>
          <a:ln>
            <a:solidFill>
              <a:srgbClr val="FFFFFF"/>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s-ES" sz="1800" b="0" u="none" strike="noStrike">
              <a:solidFill>
                <a:schemeClr val="lt1"/>
              </a:solidFill>
              <a:effectLst/>
              <a:uFillTx/>
              <a:latin typeface="Calibri"/>
            </a:endParaRPr>
          </a:p>
        </p:txBody>
      </p:sp>
      <p:sp>
        <p:nvSpPr>
          <p:cNvPr id="87" name="Rectángulo 13"/>
          <p:cNvSpPr/>
          <p:nvPr/>
        </p:nvSpPr>
        <p:spPr>
          <a:xfrm>
            <a:off x="7708680" y="1596240"/>
            <a:ext cx="2529000" cy="415440"/>
          </a:xfrm>
          <a:prstGeom prst="rect">
            <a:avLst/>
          </a:prstGeom>
          <a:solidFill>
            <a:schemeClr val="bg1"/>
          </a:solidFill>
          <a:ln>
            <a:solidFill>
              <a:srgbClr val="FFFFFF"/>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s-ES" sz="1800" b="0" u="none" strike="noStrike">
              <a:solidFill>
                <a:schemeClr val="lt1"/>
              </a:solidFill>
              <a:effectLst/>
              <a:uFillTx/>
              <a:latin typeface="Calibri"/>
            </a:endParaRPr>
          </a:p>
        </p:txBody>
      </p:sp>
      <p:sp>
        <p:nvSpPr>
          <p:cNvPr id="88" name="CuadroTexto 14"/>
          <p:cNvSpPr/>
          <p:nvPr/>
        </p:nvSpPr>
        <p:spPr>
          <a:xfrm>
            <a:off x="587160" y="1411560"/>
            <a:ext cx="4718880" cy="3686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1800" b="0" u="none" strike="noStrike">
                <a:solidFill>
                  <a:schemeClr val="dk1"/>
                </a:solidFill>
                <a:effectLst/>
                <a:uFillTx/>
                <a:latin typeface="Calibri"/>
              </a:rPr>
              <a:t>3D Trajectory of the Swinging Load with 𝑀𝑖𝑛𝑡</a:t>
            </a:r>
            <a:endParaRPr lang="en-US" sz="1800" b="0" u="none" strike="noStrike">
              <a:solidFill>
                <a:srgbClr val="000000"/>
              </a:solidFill>
              <a:effectLst/>
              <a:uFillTx/>
              <a:latin typeface="Arial"/>
            </a:endParaRPr>
          </a:p>
        </p:txBody>
      </p:sp>
      <p:sp>
        <p:nvSpPr>
          <p:cNvPr id="89" name="CuadroTexto 16"/>
          <p:cNvSpPr/>
          <p:nvPr/>
        </p:nvSpPr>
        <p:spPr>
          <a:xfrm>
            <a:off x="6613560" y="1368360"/>
            <a:ext cx="4718880" cy="3686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1800" b="0" u="none" strike="noStrike">
                <a:solidFill>
                  <a:schemeClr val="dk1"/>
                </a:solidFill>
                <a:effectLst/>
                <a:uFillTx/>
                <a:latin typeface="Calibri"/>
              </a:rPr>
              <a:t>3D Trajectory of the Swinging Load with 𝑀𝑑 </a:t>
            </a:r>
            <a:endParaRPr lang="en-US" sz="1800" b="0" u="none" strike="noStrike">
              <a:solidFill>
                <a:srgbClr val="000000"/>
              </a:solidFill>
              <a:effectLst/>
              <a:uFillTx/>
              <a:latin typeface="Arial"/>
            </a:endParaRPr>
          </a:p>
        </p:txBody>
      </p:sp>
      <p:pic>
        <p:nvPicPr>
          <p:cNvPr id="90" name="Imagen 19"/>
          <p:cNvPicPr/>
          <p:nvPr/>
        </p:nvPicPr>
        <p:blipFill>
          <a:blip r:embed="rId5"/>
          <a:stretch/>
        </p:blipFill>
        <p:spPr>
          <a:xfrm>
            <a:off x="8687520" y="4047120"/>
            <a:ext cx="3180600" cy="2229480"/>
          </a:xfrm>
          <a:prstGeom prst="rect">
            <a:avLst/>
          </a:prstGeom>
          <a:noFill/>
          <a:ln w="0">
            <a:noFill/>
          </a:ln>
        </p:spPr>
      </p:pic>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p:nvPr>
        </p:nvSpPr>
        <p:spPr>
          <a:xfrm>
            <a:off x="841320" y="1600200"/>
            <a:ext cx="10514880" cy="2376720"/>
          </a:xfrm>
          <a:prstGeom prst="rect">
            <a:avLst/>
          </a:prstGeom>
          <a:noFill/>
          <a:ln w="0">
            <a:noFill/>
          </a:ln>
        </p:spPr>
        <p:txBody>
          <a:bodyPr lIns="91440" tIns="45720" rIns="91440" bIns="45720" anchor="t">
            <a:normAutofit lnSpcReduction="9999"/>
          </a:bodyPr>
          <a:p>
            <a:pPr marL="228600" indent="-228600" algn="l" defTabSz="914400">
              <a:lnSpc>
                <a:spcPct val="90000"/>
              </a:lnSpc>
              <a:spcBef>
                <a:spcPts val="1001"/>
              </a:spcBef>
              <a:buClr>
                <a:srgbClr val="000000"/>
              </a:buClr>
              <a:buFont typeface="Arial"/>
              <a:buChar char="•"/>
            </a:pPr>
            <a:r>
              <a:rPr lang="es-ES" sz="2000" b="1" u="none" strike="noStrike">
                <a:solidFill>
                  <a:schemeClr val="dk1"/>
                </a:solidFill>
                <a:effectLst/>
                <a:uFillTx/>
                <a:latin typeface="Calibri"/>
              </a:rPr>
              <a:t>Objective: </a:t>
            </a:r>
            <a:r>
              <a:rPr lang="es-ES" sz="2000" b="0" u="none" strike="noStrike">
                <a:solidFill>
                  <a:schemeClr val="dk1"/>
                </a:solidFill>
                <a:effectLst/>
                <a:uFillTx/>
                <a:latin typeface="Calibri"/>
              </a:rPr>
              <a:t>Learn the mapping fθ(o1) = o2* with an ML model and compare o1, o2 and o2* with the Euclidean error.</a:t>
            </a:r>
            <a:endParaRPr lang="es-ES" sz="20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pPr>
            <a:r>
              <a:rPr lang="es-ES" sz="2000" b="1" u="none" strike="noStrike">
                <a:solidFill>
                  <a:schemeClr val="dk1"/>
                </a:solidFill>
                <a:effectLst/>
                <a:uFillTx/>
                <a:latin typeface="Calibri"/>
              </a:rPr>
              <a:t>Method:</a:t>
            </a:r>
            <a:endParaRPr lang="es-ES" sz="20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1600" b="0" u="none" strike="noStrike">
                <a:solidFill>
                  <a:schemeClr val="dk1"/>
                </a:solidFill>
                <a:effectLst/>
                <a:uFillTx/>
                <a:latin typeface="Calibri"/>
              </a:rPr>
              <a:t>Data: o1 (M_int) and o2 (M_d) of the 391 frames with valid depth, 80 % training / 20 % test</a:t>
            </a:r>
            <a:endParaRPr lang="es-ES" sz="16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1600" b="0" u="none" strike="noStrike">
                <a:solidFill>
                  <a:schemeClr val="dk1"/>
                </a:solidFill>
                <a:effectLst/>
                <a:uFillTx/>
                <a:latin typeface="Calibri"/>
              </a:rPr>
              <a:t>Model: dense network 3-32-32-3 (ReLU), Adam, MSE loss, early stopping, normalized data</a:t>
            </a:r>
            <a:endParaRPr lang="es-ES" sz="16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1600" b="0" u="none" strike="noStrike">
                <a:solidFill>
                  <a:schemeClr val="dk1"/>
                </a:solidFill>
                <a:effectLst/>
                <a:uFillTx/>
                <a:latin typeface="Calibri"/>
              </a:rPr>
              <a:t>KPI: RMSE on the training and on the test data</a:t>
            </a:r>
            <a:endParaRPr lang="es-ES" sz="16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1600" b="0" u="none" strike="noStrike">
                <a:solidFill>
                  <a:schemeClr val="dk1"/>
                </a:solidFill>
                <a:effectLst/>
                <a:uFillTx/>
                <a:latin typeface="Calibri"/>
              </a:rPr>
              <a:t>Euclidean error per frame: ||a − b|| = √(Δx² + Δy² + Δz²)</a:t>
            </a:r>
            <a:br>
              <a:rPr sz="2400"/>
            </a:br>
            <a:r>
              <a:rPr lang="es-ES" sz="2400" b="0" u="none" strike="noStrike">
                <a:solidFill>
                  <a:schemeClr val="dk1"/>
                </a:solidFill>
                <a:effectLst/>
                <a:uFillTx/>
                <a:latin typeface="Calibri"/>
              </a:rPr>
              <a:t> </a:t>
            </a:r>
            <a:endParaRPr lang="es-ES" sz="2400" b="0" u="none" strike="noStrike">
              <a:solidFill>
                <a:schemeClr val="dk1"/>
              </a:solidFill>
              <a:effectLst/>
              <a:uFillTx/>
              <a:latin typeface="Calibri"/>
            </a:endParaRPr>
          </a:p>
        </p:txBody>
      </p:sp>
      <p:sp>
        <p:nvSpPr>
          <p:cNvPr id="92" name="CuadroTexto 4"/>
          <p:cNvSpPr/>
          <p:nvPr/>
        </p:nvSpPr>
        <p:spPr>
          <a:xfrm>
            <a:off x="838080" y="603360"/>
            <a:ext cx="6094080" cy="707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0" u="none" strike="noStrike">
                <a:solidFill>
                  <a:srgbClr val="D51F3B"/>
                </a:solidFill>
                <a:effectLst/>
                <a:uFillTx/>
                <a:latin typeface="Calibri"/>
              </a:rPr>
              <a:t>Objective &amp; Method (d,e)</a:t>
            </a:r>
            <a:endParaRPr lang="en-US" sz="4000" b="0" u="none" strike="noStrike">
              <a:solidFill>
                <a:srgbClr val="000000"/>
              </a:solidFill>
              <a:effectLst/>
              <a:uFillTx/>
              <a:latin typeface="Arial"/>
            </a:endParaRPr>
          </a:p>
        </p:txBody>
      </p:sp>
      <p:pic>
        <p:nvPicPr>
          <p:cNvPr id="93" name="Imagen 3"/>
          <p:cNvPicPr/>
          <p:nvPr/>
        </p:nvPicPr>
        <p:blipFill>
          <a:blip r:embed="rId1"/>
          <a:srcRect l="0" t="0" r="11519" b="0"/>
          <a:stretch/>
        </p:blipFill>
        <p:spPr>
          <a:xfrm>
            <a:off x="713160" y="5919480"/>
            <a:ext cx="9524160" cy="846360"/>
          </a:xfrm>
          <a:prstGeom prst="rect">
            <a:avLst/>
          </a:prstGeom>
          <a:noFill/>
          <a:ln w="0">
            <a:noFill/>
          </a:ln>
        </p:spPr>
      </p:pic>
      <p:pic>
        <p:nvPicPr>
          <p:cNvPr id="94" name="Imagen 6"/>
          <p:cNvPicPr/>
          <p:nvPr/>
        </p:nvPicPr>
        <p:blipFill>
          <a:blip r:embed="rId2"/>
          <a:srcRect l="88455" t="0" r="0" b="38841"/>
          <a:stretch/>
        </p:blipFill>
        <p:spPr>
          <a:xfrm>
            <a:off x="10238400" y="5918040"/>
            <a:ext cx="1239840" cy="517320"/>
          </a:xfrm>
          <a:prstGeom prst="rect">
            <a:avLst/>
          </a:prstGeom>
          <a:noFill/>
          <a:ln w="0">
            <a:noFill/>
          </a:ln>
        </p:spPr>
      </p:pic>
      <p:pic>
        <p:nvPicPr>
          <p:cNvPr id="95" name="Picture 7" descr="nb_c4_2.png"/>
          <p:cNvPicPr/>
          <p:nvPr/>
        </p:nvPicPr>
        <p:blipFill>
          <a:blip r:embed="rId3"/>
          <a:stretch/>
        </p:blipFill>
        <p:spPr>
          <a:xfrm>
            <a:off x="932760" y="3840480"/>
            <a:ext cx="6034680" cy="1978920"/>
          </a:xfrm>
          <a:prstGeom prst="rect">
            <a:avLst/>
          </a:prstGeom>
          <a:noFill/>
          <a:ln w="0">
            <a:noFill/>
          </a:ln>
        </p:spPr>
      </p:pic>
      <p:sp>
        <p:nvSpPr>
          <p:cNvPr id="96" name="TextBox 8"/>
          <p:cNvSpPr/>
          <p:nvPr/>
        </p:nvSpPr>
        <p:spPr>
          <a:xfrm>
            <a:off x="7223760" y="4343400"/>
            <a:ext cx="4114440" cy="914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601"/>
              </a:spcAft>
            </a:pPr>
            <a:r>
              <a:rPr lang="es-ES" sz="1400" b="0" u="none" strike="noStrike">
                <a:solidFill>
                  <a:schemeClr val="dk1"/>
                </a:solidFill>
                <a:effectLst/>
                <a:uFillTx/>
                <a:latin typeface="Calibri"/>
              </a:rPr>
              <a:t>Architecture of the regression model: 3 inputs (X, Y, Z of o1), two dense layers with 32 neurons, 3 outputs (o2*)</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CuadroTexto 4"/>
          <p:cNvSpPr/>
          <p:nvPr/>
        </p:nvSpPr>
        <p:spPr>
          <a:xfrm>
            <a:off x="838080" y="603360"/>
            <a:ext cx="6094080" cy="707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0" u="none" strike="noStrike">
                <a:solidFill>
                  <a:srgbClr val="D51F3B"/>
                </a:solidFill>
                <a:effectLst/>
                <a:uFillTx/>
                <a:latin typeface="Calibri"/>
              </a:rPr>
              <a:t>Results (d,e)</a:t>
            </a:r>
            <a:endParaRPr lang="en-US" sz="4000" b="0" u="none" strike="noStrike">
              <a:solidFill>
                <a:srgbClr val="000000"/>
              </a:solidFill>
              <a:effectLst/>
              <a:uFillTx/>
              <a:latin typeface="Arial"/>
            </a:endParaRPr>
          </a:p>
        </p:txBody>
      </p:sp>
      <p:pic>
        <p:nvPicPr>
          <p:cNvPr id="98" name="Imagen 3"/>
          <p:cNvPicPr/>
          <p:nvPr/>
        </p:nvPicPr>
        <p:blipFill>
          <a:blip r:embed="rId1"/>
          <a:srcRect l="0" t="0" r="11519" b="0"/>
          <a:stretch/>
        </p:blipFill>
        <p:spPr>
          <a:xfrm>
            <a:off x="713160" y="5919480"/>
            <a:ext cx="9524160" cy="846360"/>
          </a:xfrm>
          <a:prstGeom prst="rect">
            <a:avLst/>
          </a:prstGeom>
          <a:noFill/>
          <a:ln w="0">
            <a:noFill/>
          </a:ln>
        </p:spPr>
      </p:pic>
      <p:pic>
        <p:nvPicPr>
          <p:cNvPr id="99" name="Imagen 6"/>
          <p:cNvPicPr/>
          <p:nvPr/>
        </p:nvPicPr>
        <p:blipFill>
          <a:blip r:embed="rId2"/>
          <a:srcRect l="88455" t="0" r="0" b="38841"/>
          <a:stretch/>
        </p:blipFill>
        <p:spPr>
          <a:xfrm>
            <a:off x="10238400" y="5918040"/>
            <a:ext cx="1239840" cy="517320"/>
          </a:xfrm>
          <a:prstGeom prst="rect">
            <a:avLst/>
          </a:prstGeom>
          <a:noFill/>
          <a:ln w="0">
            <a:noFill/>
          </a:ln>
        </p:spPr>
      </p:pic>
      <p:sp>
        <p:nvSpPr>
          <p:cNvPr id="100" name="CuadroTexto 14"/>
          <p:cNvSpPr/>
          <p:nvPr/>
        </p:nvSpPr>
        <p:spPr>
          <a:xfrm>
            <a:off x="932760" y="1371600"/>
            <a:ext cx="4023000" cy="365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1400" b="0" u="none" strike="noStrike">
                <a:solidFill>
                  <a:schemeClr val="dk1"/>
                </a:solidFill>
                <a:effectLst/>
                <a:uFillTx/>
                <a:latin typeface="Calibri"/>
              </a:rPr>
              <a:t>Training and validation loss</a:t>
            </a:r>
            <a:endParaRPr lang="en-US" sz="1400" b="0" u="none" strike="noStrike">
              <a:solidFill>
                <a:srgbClr val="000000"/>
              </a:solidFill>
              <a:effectLst/>
              <a:uFillTx/>
              <a:latin typeface="Arial"/>
            </a:endParaRPr>
          </a:p>
        </p:txBody>
      </p:sp>
      <p:sp>
        <p:nvSpPr>
          <p:cNvPr id="101" name="CuadroTexto 16"/>
          <p:cNvSpPr/>
          <p:nvPr/>
        </p:nvSpPr>
        <p:spPr>
          <a:xfrm>
            <a:off x="5212080" y="1371600"/>
            <a:ext cx="6126120" cy="365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1400" b="0" u="none" strike="noStrike">
                <a:solidFill>
                  <a:schemeClr val="dk1"/>
                </a:solidFill>
                <a:effectLst/>
                <a:uFillTx/>
                <a:latin typeface="Calibri"/>
              </a:rPr>
              <a:t>Euclidean error per frame (left) and distribution (right)</a:t>
            </a:r>
            <a:endParaRPr lang="en-US" sz="1400" b="0" u="none" strike="noStrike">
              <a:solidFill>
                <a:srgbClr val="000000"/>
              </a:solidFill>
              <a:effectLst/>
              <a:uFillTx/>
              <a:latin typeface="Arial"/>
            </a:endParaRPr>
          </a:p>
        </p:txBody>
      </p:sp>
      <p:pic>
        <p:nvPicPr>
          <p:cNvPr id="102" name="Picture 17" descr="nb_c3_1.png"/>
          <p:cNvPicPr/>
          <p:nvPr/>
        </p:nvPicPr>
        <p:blipFill>
          <a:blip r:embed="rId3"/>
          <a:stretch/>
        </p:blipFill>
        <p:spPr>
          <a:xfrm>
            <a:off x="932760" y="1783080"/>
            <a:ext cx="4023000" cy="2784240"/>
          </a:xfrm>
          <a:prstGeom prst="rect">
            <a:avLst/>
          </a:prstGeom>
          <a:noFill/>
          <a:ln w="0">
            <a:noFill/>
          </a:ln>
        </p:spPr>
      </p:pic>
      <p:pic>
        <p:nvPicPr>
          <p:cNvPr id="103" name="Picture 18" descr="nb_c6_3.png"/>
          <p:cNvPicPr/>
          <p:nvPr/>
        </p:nvPicPr>
        <p:blipFill>
          <a:blip r:embed="rId4"/>
          <a:stretch/>
        </p:blipFill>
        <p:spPr>
          <a:xfrm>
            <a:off x="5212080" y="1783080"/>
            <a:ext cx="6126120" cy="2003760"/>
          </a:xfrm>
          <a:prstGeom prst="rect">
            <a:avLst/>
          </a:prstGeom>
          <a:noFill/>
          <a:ln w="0">
            <a:noFill/>
          </a:ln>
        </p:spPr>
      </p:pic>
      <p:sp>
        <p:nvSpPr>
          <p:cNvPr id="104" name="TextBox 19"/>
          <p:cNvSpPr/>
          <p:nvPr/>
        </p:nvSpPr>
        <p:spPr>
          <a:xfrm>
            <a:off x="841320" y="4709160"/>
            <a:ext cx="10496880" cy="1142640"/>
          </a:xfrm>
          <a:prstGeom prst="rect">
            <a:avLst/>
          </a:prstGeom>
          <a:noFill/>
          <a:ln w="0">
            <a:noFill/>
          </a:ln>
        </p:spPr>
        <p:style>
          <a:lnRef idx="0"/>
          <a:fillRef idx="0"/>
          <a:effectRef idx="0"/>
          <a:fontRef idx="minor"/>
        </p:style>
        <p:txBody>
          <a:bodyPr lIns="90000" tIns="45000" rIns="90000" bIns="45000" anchor="t">
            <a:spAutoFit/>
          </a:bodyPr>
          <a:p>
            <a:pPr marL="285840" indent="-285840" defTabSz="914400">
              <a:lnSpc>
                <a:spcPct val="100000"/>
              </a:lnSpc>
              <a:spcAft>
                <a:spcPts val="601"/>
              </a:spcAft>
              <a:buClr>
                <a:srgbClr val="000000"/>
              </a:buClr>
              <a:buFont typeface="Symbol" charset="2"/>
              <a:buChar char=""/>
            </a:pPr>
            <a:r>
              <a:rPr lang="es-ES" sz="1600" b="0" u="none" strike="noStrike">
                <a:solidFill>
                  <a:schemeClr val="dk1"/>
                </a:solidFill>
                <a:effectLst/>
                <a:uFillTx/>
                <a:latin typeface="Calibri"/>
              </a:rPr>
              <a:t>Train RMSE = 0.011 m, test RMSE = 0.013 m: both small and similar, so o2* ≈ o2 and the model does not overfit</a:t>
            </a:r>
            <a:endParaRPr lang="en-US" sz="1600" b="0" u="none" strike="noStrike">
              <a:solidFill>
                <a:srgbClr val="000000"/>
              </a:solidFill>
              <a:effectLst/>
              <a:uFillTx/>
              <a:latin typeface="Arial"/>
            </a:endParaRPr>
          </a:p>
          <a:p>
            <a:pPr marL="285840" indent="-285840" defTabSz="914400">
              <a:lnSpc>
                <a:spcPct val="100000"/>
              </a:lnSpc>
              <a:spcAft>
                <a:spcPts val="601"/>
              </a:spcAft>
              <a:buClr>
                <a:srgbClr val="000000"/>
              </a:buClr>
              <a:buFont typeface="Symbol" charset="2"/>
              <a:buChar char=""/>
            </a:pPr>
            <a:r>
              <a:rPr lang="es-ES" sz="1600" b="0" u="none" strike="noStrike">
                <a:solidFill>
                  <a:schemeClr val="dk1"/>
                </a:solidFill>
                <a:effectLst/>
                <a:uFillTx/>
                <a:latin typeface="Calibri"/>
              </a:rPr>
              <a:t>||o1 − o2||: mean 1.59 m, max 4.27 m – the choice of M_int or M_d changes the trajectory a lot</a:t>
            </a:r>
            <a:endParaRPr lang="en-US" sz="1600" b="0" u="none" strike="noStrike">
              <a:solidFill>
                <a:srgbClr val="000000"/>
              </a:solidFill>
              <a:effectLst/>
              <a:uFillTx/>
              <a:latin typeface="Arial"/>
            </a:endParaRPr>
          </a:p>
          <a:p>
            <a:pPr marL="285840" indent="-285840" defTabSz="914400">
              <a:lnSpc>
                <a:spcPct val="100000"/>
              </a:lnSpc>
              <a:spcAft>
                <a:spcPts val="601"/>
              </a:spcAft>
              <a:buClr>
                <a:srgbClr val="000000"/>
              </a:buClr>
              <a:buFont typeface="Symbol" charset="2"/>
              <a:buChar char=""/>
            </a:pPr>
            <a:r>
              <a:rPr lang="es-ES" sz="1600" b="0" u="none" strike="noStrike">
                <a:solidFill>
                  <a:schemeClr val="dk1"/>
                </a:solidFill>
                <a:effectLst/>
                <a:uFillTx/>
                <a:latin typeface="Calibri"/>
              </a:rPr>
              <a:t>||o2 − o2*||: mean 0.010 m – the model learns the difference of the matrices, but not which one is correct</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timing>
    <p:tnLst>
      <p:par>
        <p:cTn id="7" dur="indefinite" restart="never" nodeType="tmRoot">
          <p:childTnLst>
            <p:seq>
              <p:cTn id="8" dur="indefinite" nodeType="mainSeq">
                <p:childTnLst>
                  <p:par>
                    <p:cTn id="9" fill="hold">
                      <p:stCondLst>
                        <p:cond delay="indefinite"/>
                      </p:stCondLst>
                      <p:childTnLst>
                        <p:par>
                          <p:cTn id="10" fill="hold">
                            <p:stCondLst>
                              <p:cond delay="0"/>
                            </p:stCondLst>
                            <p:childTnLst>
                              <p:par>
                                <p:cTn id="11" presetID="1" presetClass="entr" fill="hold" nodeType="clickEffect">
                                  <p:stCondLst>
                                    <p:cond delay="0"/>
                                  </p:stCondLst>
                                  <p:childTnLst>
                                    <p:set>
                                      <p:cBhvr>
                                        <p:cTn id="12"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CuadroTexto 4"/>
          <p:cNvSpPr/>
          <p:nvPr/>
        </p:nvSpPr>
        <p:spPr>
          <a:xfrm>
            <a:off x="1389960" y="2876400"/>
            <a:ext cx="9684360" cy="1322640"/>
          </a:xfrm>
          <a:prstGeom prst="rect">
            <a:avLst/>
          </a:prstGeom>
          <a:noFill/>
          <a:ln w="0">
            <a:noFill/>
          </a:ln>
        </p:spPr>
        <p:style>
          <a:lnRef idx="0"/>
          <a:fillRef idx="0"/>
          <a:effectRef idx="0"/>
          <a:fontRef idx="minor"/>
        </p:style>
        <p:txBody>
          <a:bodyPr lIns="90000" tIns="45000" rIns="90000" bIns="45000" anchor="t">
            <a:spAutoFit/>
          </a:bodyPr>
          <a:p>
            <a:pPr algn="ctr" defTabSz="914400">
              <a:lnSpc>
                <a:spcPct val="100000"/>
              </a:lnSpc>
            </a:pPr>
            <a:r>
              <a:rPr lang="es-ES" sz="4000" b="1" u="none" strike="noStrike">
                <a:solidFill>
                  <a:srgbClr val="D51F3B"/>
                </a:solidFill>
                <a:effectLst/>
                <a:uFillTx/>
                <a:latin typeface="Calibri"/>
              </a:rPr>
              <a:t>Q2 </a:t>
            </a:r>
            <a:r>
              <a:rPr lang="en-US" sz="4000" b="1" u="none" strike="noStrike">
                <a:solidFill>
                  <a:srgbClr val="D51F3B"/>
                </a:solidFill>
                <a:effectLst/>
                <a:uFillTx/>
                <a:latin typeface="Calibri"/>
              </a:rPr>
              <a:t>– </a:t>
            </a:r>
            <a:r>
              <a:rPr lang="es-ES" sz="4000" b="1" u="none" strike="noStrike">
                <a:solidFill>
                  <a:srgbClr val="D51F3B"/>
                </a:solidFill>
                <a:effectLst/>
                <a:uFillTx/>
                <a:latin typeface="Calibri"/>
              </a:rPr>
              <a:t>Lidar</a:t>
            </a:r>
            <a:endParaRPr lang="en-US" sz="4000" b="0" u="none" strike="noStrike">
              <a:solidFill>
                <a:srgbClr val="000000"/>
              </a:solidFill>
              <a:effectLst/>
              <a:uFillTx/>
              <a:latin typeface="Arial"/>
            </a:endParaRPr>
          </a:p>
          <a:p>
            <a:pPr defTabSz="914400">
              <a:lnSpc>
                <a:spcPct val="100000"/>
              </a:lnSpc>
            </a:pPr>
            <a:r>
              <a:rPr lang="es-ES" sz="4000" b="0" u="none" strike="noStrike">
                <a:solidFill>
                  <a:srgbClr val="D51F3B"/>
                </a:solidFill>
                <a:effectLst/>
                <a:uFillTx/>
                <a:latin typeface="Calibri"/>
              </a:rPr>
              <a:t>  </a:t>
            </a:r>
            <a:endParaRPr lang="en-US" sz="4000" b="0" u="none" strike="noStrike">
              <a:solidFill>
                <a:srgbClr val="000000"/>
              </a:solidFill>
              <a:effectLst/>
              <a:uFillTx/>
              <a:latin typeface="Arial"/>
            </a:endParaRPr>
          </a:p>
        </p:txBody>
      </p:sp>
      <p:sp>
        <p:nvSpPr>
          <p:cNvPr id="106" name="CuadroTexto 6"/>
          <p:cNvSpPr/>
          <p:nvPr/>
        </p:nvSpPr>
        <p:spPr>
          <a:xfrm>
            <a:off x="5581080" y="3538440"/>
            <a:ext cx="1302480" cy="399240"/>
          </a:xfrm>
          <a:prstGeom prst="rect">
            <a:avLst/>
          </a:prstGeom>
          <a:noFill/>
          <a:ln w="0">
            <a:noFill/>
          </a:ln>
        </p:spPr>
        <p:style>
          <a:lnRef idx="0"/>
          <a:fillRef idx="0"/>
          <a:effectRef idx="0"/>
          <a:fontRef idx="minor"/>
        </p:style>
        <p:txBody>
          <a:bodyPr lIns="90000" tIns="45000" rIns="90000" bIns="45000" anchor="t">
            <a:spAutoFit/>
          </a:bodyPr>
          <a:p>
            <a:pPr algn="ctr" defTabSz="914400">
              <a:lnSpc>
                <a:spcPct val="100000"/>
              </a:lnSpc>
            </a:pPr>
            <a:r>
              <a:rPr lang="es-ES" sz="2000" b="0" u="none" strike="noStrike">
                <a:solidFill>
                  <a:schemeClr val="dk1"/>
                </a:solidFill>
                <a:effectLst/>
                <a:uFillTx/>
                <a:latin typeface="Calibri"/>
              </a:rPr>
              <a:t>25 points</a:t>
            </a:r>
            <a:endParaRPr lang="en-US" sz="2000" b="0" u="none" strike="noStrike">
              <a:solidFill>
                <a:srgbClr val="000000"/>
              </a:solidFill>
              <a:effectLst/>
              <a:uFillTx/>
              <a:latin typeface="Arial"/>
            </a:endParaRPr>
          </a:p>
        </p:txBody>
      </p:sp>
      <p:pic>
        <p:nvPicPr>
          <p:cNvPr id="107" name="Imagen 8"/>
          <p:cNvPicPr/>
          <p:nvPr/>
        </p:nvPicPr>
        <p:blipFill>
          <a:blip r:embed="rId1"/>
          <a:stretch/>
        </p:blipFill>
        <p:spPr>
          <a:xfrm>
            <a:off x="204120" y="6016680"/>
            <a:ext cx="1941120" cy="71028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CuadroTexto 4"/>
          <p:cNvSpPr/>
          <p:nvPr/>
        </p:nvSpPr>
        <p:spPr>
          <a:xfrm>
            <a:off x="1389960" y="2876400"/>
            <a:ext cx="9684360" cy="1322640"/>
          </a:xfrm>
          <a:prstGeom prst="rect">
            <a:avLst/>
          </a:prstGeom>
          <a:noFill/>
          <a:ln w="0">
            <a:noFill/>
          </a:ln>
        </p:spPr>
        <p:style>
          <a:lnRef idx="0"/>
          <a:fillRef idx="0"/>
          <a:effectRef idx="0"/>
          <a:fontRef idx="minor"/>
        </p:style>
        <p:txBody>
          <a:bodyPr lIns="90000" tIns="45000" rIns="90000" bIns="45000" anchor="t">
            <a:spAutoFit/>
          </a:bodyPr>
          <a:p>
            <a:pPr algn="ctr" defTabSz="914400">
              <a:lnSpc>
                <a:spcPct val="100000"/>
              </a:lnSpc>
            </a:pPr>
            <a:r>
              <a:rPr lang="es-ES" sz="4000" b="1" u="none" strike="noStrike">
                <a:solidFill>
                  <a:srgbClr val="D51F3B"/>
                </a:solidFill>
                <a:effectLst/>
                <a:uFillTx/>
                <a:latin typeface="Calibri"/>
              </a:rPr>
              <a:t>Q3 </a:t>
            </a:r>
            <a:r>
              <a:rPr lang="en-US" sz="4000" b="1" u="none" strike="noStrike">
                <a:solidFill>
                  <a:srgbClr val="D51F3B"/>
                </a:solidFill>
                <a:effectLst/>
                <a:uFillTx/>
                <a:latin typeface="Calibri"/>
              </a:rPr>
              <a:t>– Camera-</a:t>
            </a:r>
            <a:r>
              <a:rPr lang="es-ES" sz="4000" b="1" u="none" strike="noStrike">
                <a:solidFill>
                  <a:srgbClr val="D51F3B"/>
                </a:solidFill>
                <a:effectLst/>
                <a:uFillTx/>
                <a:latin typeface="Calibri"/>
              </a:rPr>
              <a:t>Lidar Fusion</a:t>
            </a:r>
            <a:endParaRPr lang="en-US" sz="4000" b="0" u="none" strike="noStrike">
              <a:solidFill>
                <a:srgbClr val="000000"/>
              </a:solidFill>
              <a:effectLst/>
              <a:uFillTx/>
              <a:latin typeface="Arial"/>
            </a:endParaRPr>
          </a:p>
          <a:p>
            <a:pPr defTabSz="914400">
              <a:lnSpc>
                <a:spcPct val="100000"/>
              </a:lnSpc>
            </a:pPr>
            <a:r>
              <a:rPr lang="es-ES" sz="4000" b="0" u="none" strike="noStrike">
                <a:solidFill>
                  <a:srgbClr val="D51F3B"/>
                </a:solidFill>
                <a:effectLst/>
                <a:uFillTx/>
                <a:latin typeface="Calibri"/>
              </a:rPr>
              <a:t>  </a:t>
            </a:r>
            <a:endParaRPr lang="en-US" sz="4000" b="0" u="none" strike="noStrike">
              <a:solidFill>
                <a:srgbClr val="000000"/>
              </a:solidFill>
              <a:effectLst/>
              <a:uFillTx/>
              <a:latin typeface="Arial"/>
            </a:endParaRPr>
          </a:p>
        </p:txBody>
      </p:sp>
      <p:sp>
        <p:nvSpPr>
          <p:cNvPr id="109" name="CuadroTexto 6"/>
          <p:cNvSpPr/>
          <p:nvPr/>
        </p:nvSpPr>
        <p:spPr>
          <a:xfrm>
            <a:off x="5581080" y="3538440"/>
            <a:ext cx="1302480" cy="399240"/>
          </a:xfrm>
          <a:prstGeom prst="rect">
            <a:avLst/>
          </a:prstGeom>
          <a:noFill/>
          <a:ln w="0">
            <a:noFill/>
          </a:ln>
        </p:spPr>
        <p:style>
          <a:lnRef idx="0"/>
          <a:fillRef idx="0"/>
          <a:effectRef idx="0"/>
          <a:fontRef idx="minor"/>
        </p:style>
        <p:txBody>
          <a:bodyPr lIns="90000" tIns="45000" rIns="90000" bIns="45000" anchor="t">
            <a:spAutoFit/>
          </a:bodyPr>
          <a:p>
            <a:pPr algn="ctr" defTabSz="914400">
              <a:lnSpc>
                <a:spcPct val="100000"/>
              </a:lnSpc>
            </a:pPr>
            <a:r>
              <a:rPr lang="es-ES" sz="2000" b="0" u="none" strike="noStrike">
                <a:solidFill>
                  <a:schemeClr val="dk1"/>
                </a:solidFill>
                <a:effectLst/>
                <a:uFillTx/>
                <a:latin typeface="Calibri"/>
              </a:rPr>
              <a:t>25 points</a:t>
            </a:r>
            <a:endParaRPr lang="en-US" sz="2000" b="0" u="none" strike="noStrike">
              <a:solidFill>
                <a:srgbClr val="000000"/>
              </a:solidFill>
              <a:effectLst/>
              <a:uFillTx/>
              <a:latin typeface="Arial"/>
            </a:endParaRPr>
          </a:p>
        </p:txBody>
      </p:sp>
      <p:pic>
        <p:nvPicPr>
          <p:cNvPr id="110" name="Imagen 8"/>
          <p:cNvPicPr/>
          <p:nvPr/>
        </p:nvPicPr>
        <p:blipFill>
          <a:blip r:embed="rId1"/>
          <a:stretch/>
        </p:blipFill>
        <p:spPr>
          <a:xfrm>
            <a:off x="204120" y="6016680"/>
            <a:ext cx="1941120" cy="71028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CuadroTexto 4"/>
          <p:cNvSpPr/>
          <p:nvPr/>
        </p:nvSpPr>
        <p:spPr>
          <a:xfrm>
            <a:off x="838080" y="603360"/>
            <a:ext cx="6094080" cy="707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0" u="none" strike="noStrike">
                <a:solidFill>
                  <a:srgbClr val="D51F3B"/>
                </a:solidFill>
                <a:effectLst/>
                <a:uFillTx/>
                <a:latin typeface="Calibri"/>
              </a:rPr>
              <a:t>The KITTI data set</a:t>
            </a:r>
            <a:endParaRPr lang="en-US" sz="4000" b="0" u="none" strike="noStrike">
              <a:solidFill>
                <a:srgbClr val="000000"/>
              </a:solidFill>
              <a:effectLst/>
              <a:uFillTx/>
              <a:latin typeface="Arial"/>
            </a:endParaRPr>
          </a:p>
        </p:txBody>
      </p:sp>
      <p:pic>
        <p:nvPicPr>
          <p:cNvPr id="112" name="Imagen 3"/>
          <p:cNvPicPr/>
          <p:nvPr/>
        </p:nvPicPr>
        <p:blipFill>
          <a:blip r:embed="rId1"/>
          <a:srcRect l="0" t="0" r="11519" b="0"/>
          <a:stretch/>
        </p:blipFill>
        <p:spPr>
          <a:xfrm>
            <a:off x="713160" y="5919480"/>
            <a:ext cx="9524160" cy="846360"/>
          </a:xfrm>
          <a:prstGeom prst="rect">
            <a:avLst/>
          </a:prstGeom>
          <a:noFill/>
          <a:ln w="0">
            <a:noFill/>
          </a:ln>
        </p:spPr>
      </p:pic>
      <p:pic>
        <p:nvPicPr>
          <p:cNvPr id="113" name="Imagen 6"/>
          <p:cNvPicPr/>
          <p:nvPr/>
        </p:nvPicPr>
        <p:blipFill>
          <a:blip r:embed="rId2"/>
          <a:srcRect l="88455" t="0" r="0" b="38841"/>
          <a:stretch/>
        </p:blipFill>
        <p:spPr>
          <a:xfrm>
            <a:off x="10238400" y="5918040"/>
            <a:ext cx="1239840" cy="517320"/>
          </a:xfrm>
          <a:prstGeom prst="rect">
            <a:avLst/>
          </a:prstGeom>
          <a:noFill/>
          <a:ln w="0">
            <a:noFill/>
          </a:ln>
        </p:spPr>
      </p:pic>
      <p:sp>
        <p:nvSpPr>
          <p:cNvPr id="114" name="TextBox 7"/>
          <p:cNvSpPr/>
          <p:nvPr/>
        </p:nvSpPr>
        <p:spPr>
          <a:xfrm>
            <a:off x="841320" y="1371600"/>
            <a:ext cx="6126120" cy="41144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601"/>
              </a:spcAft>
            </a:pPr>
            <a:r>
              <a:rPr lang="es-ES" sz="1600" b="1" u="none" strike="noStrike">
                <a:solidFill>
                  <a:schemeClr val="dk1"/>
                </a:solidFill>
                <a:effectLst/>
                <a:uFillTx/>
                <a:latin typeface="Calibri"/>
              </a:rPr>
              <a:t>Sensors: </a:t>
            </a:r>
            <a:r>
              <a:rPr lang="es-ES" sz="1600" b="0" u="none" strike="noStrike">
                <a:solidFill>
                  <a:schemeClr val="dk1"/>
                </a:solidFill>
                <a:effectLst/>
                <a:uFillTx/>
                <a:latin typeface="Calibri"/>
              </a:rPr>
              <a:t>2 stereo camera pairs (grayscale and color), Velodyne HDL-64E lidar, GPS/IMU, mounted on a car driving through city, rural and highway scenes.</a:t>
            </a:r>
            <a:endParaRPr lang="en-US" sz="1600" b="0" u="none" strike="noStrike">
              <a:solidFill>
                <a:srgbClr val="000000"/>
              </a:solidFill>
              <a:effectLst/>
              <a:uFillTx/>
              <a:latin typeface="Arial"/>
            </a:endParaRPr>
          </a:p>
          <a:p>
            <a:pPr defTabSz="914400">
              <a:lnSpc>
                <a:spcPct val="100000"/>
              </a:lnSpc>
              <a:spcAft>
                <a:spcPts val="601"/>
              </a:spcAft>
            </a:pPr>
            <a:r>
              <a:rPr lang="es-ES" sz="1600" b="1" u="none" strike="noStrike">
                <a:solidFill>
                  <a:schemeClr val="dk1"/>
                </a:solidFill>
                <a:effectLst/>
                <a:uFillTx/>
                <a:latin typeface="Calibri"/>
              </a:rPr>
              <a:t>Files per sample: </a:t>
            </a:r>
            <a:r>
              <a:rPr lang="es-ES" sz="1600" b="0" u="none" strike="noStrike">
                <a:solidFill>
                  <a:schemeClr val="dk1"/>
                </a:solidFill>
                <a:effectLst/>
                <a:uFillTx/>
                <a:latin typeface="Calibri"/>
              </a:rPr>
              <a:t>image_2 (left color image, 1242 x 375 px), velodyne (about 117,000 points with x, y, z and reflectance), calib (camera matrices) and label_2 (annotations).</a:t>
            </a:r>
            <a:endParaRPr lang="en-US" sz="1600" b="0" u="none" strike="noStrike">
              <a:solidFill>
                <a:srgbClr val="000000"/>
              </a:solidFill>
              <a:effectLst/>
              <a:uFillTx/>
              <a:latin typeface="Arial"/>
            </a:endParaRPr>
          </a:p>
          <a:p>
            <a:pPr defTabSz="914400">
              <a:lnSpc>
                <a:spcPct val="100000"/>
              </a:lnSpc>
              <a:spcAft>
                <a:spcPts val="601"/>
              </a:spcAft>
            </a:pPr>
            <a:r>
              <a:rPr lang="es-ES" sz="1600" b="1" u="none" strike="noStrike">
                <a:solidFill>
                  <a:schemeClr val="dk1"/>
                </a:solidFill>
                <a:effectLst/>
                <a:uFillTx/>
                <a:latin typeface="Calibri"/>
              </a:rPr>
              <a:t>Labels: </a:t>
            </a:r>
            <a:r>
              <a:rPr lang="es-ES" sz="1600" b="0" u="none" strike="noStrike">
                <a:solidFill>
                  <a:schemeClr val="dk1"/>
                </a:solidFill>
                <a:effectLst/>
                <a:uFillTx/>
                <a:latin typeface="Calibri"/>
              </a:rPr>
              <a:t>one line per object with class (e.g. Car, Pedestrian, Cyclist), truncation, occlusion, 2D box in pixels, 3D size and 3D location in the camera frame. We use them as ground truth.</a:t>
            </a:r>
            <a:endParaRPr lang="en-US" sz="1600" b="0" u="none" strike="noStrike">
              <a:solidFill>
                <a:srgbClr val="000000"/>
              </a:solidFill>
              <a:effectLst/>
              <a:uFillTx/>
              <a:latin typeface="Arial"/>
            </a:endParaRPr>
          </a:p>
        </p:txBody>
      </p:sp>
      <p:pic>
        <p:nvPicPr>
          <p:cNvPr id="115" name="Picture 8" descr="007303.png"/>
          <p:cNvPicPr/>
          <p:nvPr/>
        </p:nvPicPr>
        <p:blipFill>
          <a:blip r:embed="rId3"/>
          <a:stretch/>
        </p:blipFill>
        <p:spPr>
          <a:xfrm>
            <a:off x="7223760" y="1417320"/>
            <a:ext cx="4114440" cy="1242000"/>
          </a:xfrm>
          <a:prstGeom prst="rect">
            <a:avLst/>
          </a:prstGeom>
          <a:noFill/>
          <a:ln w="0">
            <a:noFill/>
          </a:ln>
        </p:spPr>
      </p:pic>
      <p:sp>
        <p:nvSpPr>
          <p:cNvPr id="116" name="TextBox 9"/>
          <p:cNvSpPr/>
          <p:nvPr/>
        </p:nvSpPr>
        <p:spPr>
          <a:xfrm>
            <a:off x="7132320" y="2788920"/>
            <a:ext cx="4205880" cy="365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499"/>
              </a:spcAft>
            </a:pPr>
            <a:r>
              <a:rPr lang="es-ES" sz="1200" b="0" u="none" strike="noStrike">
                <a:solidFill>
                  <a:schemeClr val="dk1"/>
                </a:solidFill>
                <a:effectLst/>
                <a:uFillTx/>
                <a:latin typeface="Calibri"/>
              </a:rPr>
              <a:t>Example image of sample 007303</a:t>
            </a:r>
            <a:endParaRPr lang="en-US" sz="1200" b="0" u="none" strike="noStrike">
              <a:solidFill>
                <a:srgbClr val="000000"/>
              </a:solidFill>
              <a:effectLst/>
              <a:uFillTx/>
              <a:latin typeface="Arial"/>
            </a:endParaRPr>
          </a:p>
        </p:txBody>
      </p:sp>
      <p:sp>
        <p:nvSpPr>
          <p:cNvPr id="117" name="TextBox 10"/>
          <p:cNvSpPr/>
          <p:nvPr/>
        </p:nvSpPr>
        <p:spPr>
          <a:xfrm>
            <a:off x="7132320" y="3246120"/>
            <a:ext cx="4205880" cy="16455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601"/>
              </a:spcAft>
            </a:pPr>
            <a:r>
              <a:rPr lang="es-ES" sz="1400" b="1" u="none" strike="noStrike">
                <a:solidFill>
                  <a:schemeClr val="dk1"/>
                </a:solidFill>
                <a:effectLst/>
                <a:uFillTx/>
                <a:latin typeface="Calibri"/>
              </a:rPr>
              <a:t>P2 </a:t>
            </a:r>
            <a:r>
              <a:rPr lang="es-ES" sz="1400" b="0" u="none" strike="noStrike">
                <a:solidFill>
                  <a:schemeClr val="dk1"/>
                </a:solidFill>
                <a:effectLst/>
                <a:uFillTx/>
                <a:latin typeface="Calibri"/>
              </a:rPr>
              <a:t>3x4, projection matrix of camera 2 (contains the intrinsic matrix)</a:t>
            </a:r>
            <a:endParaRPr lang="en-US" sz="1400" b="0" u="none" strike="noStrike">
              <a:solidFill>
                <a:srgbClr val="000000"/>
              </a:solidFill>
              <a:effectLst/>
              <a:uFillTx/>
              <a:latin typeface="Arial"/>
            </a:endParaRPr>
          </a:p>
          <a:p>
            <a:pPr defTabSz="914400">
              <a:lnSpc>
                <a:spcPct val="100000"/>
              </a:lnSpc>
              <a:spcAft>
                <a:spcPts val="601"/>
              </a:spcAft>
            </a:pPr>
            <a:r>
              <a:rPr lang="es-ES" sz="1400" b="1" u="none" strike="noStrike">
                <a:solidFill>
                  <a:schemeClr val="dk1"/>
                </a:solidFill>
                <a:effectLst/>
                <a:uFillTx/>
                <a:latin typeface="Calibri"/>
              </a:rPr>
              <a:t>R0_rect </a:t>
            </a:r>
            <a:r>
              <a:rPr lang="es-ES" sz="1400" b="0" u="none" strike="noStrike">
                <a:solidFill>
                  <a:schemeClr val="dk1"/>
                </a:solidFill>
                <a:effectLst/>
                <a:uFillTx/>
                <a:latin typeface="Calibri"/>
              </a:rPr>
              <a:t>3x3, rectification of the camera</a:t>
            </a:r>
            <a:endParaRPr lang="en-US" sz="1400" b="0" u="none" strike="noStrike">
              <a:solidFill>
                <a:srgbClr val="000000"/>
              </a:solidFill>
              <a:effectLst/>
              <a:uFillTx/>
              <a:latin typeface="Arial"/>
            </a:endParaRPr>
          </a:p>
          <a:p>
            <a:pPr defTabSz="914400">
              <a:lnSpc>
                <a:spcPct val="100000"/>
              </a:lnSpc>
              <a:spcAft>
                <a:spcPts val="601"/>
              </a:spcAft>
            </a:pPr>
            <a:r>
              <a:rPr lang="es-ES" sz="1400" b="1" u="none" strike="noStrike">
                <a:solidFill>
                  <a:schemeClr val="dk1"/>
                </a:solidFill>
                <a:effectLst/>
                <a:uFillTx/>
                <a:latin typeface="Calibri"/>
              </a:rPr>
              <a:t>Tr_velo_to_cam </a:t>
            </a:r>
            <a:r>
              <a:rPr lang="es-ES" sz="1400" b="0" u="none" strike="noStrike">
                <a:solidFill>
                  <a:schemeClr val="dk1"/>
                </a:solidFill>
                <a:effectLst/>
                <a:uFillTx/>
                <a:latin typeface="Calibri"/>
              </a:rPr>
              <a:t>3x4, extrinsic matrix lidar → camera</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CuadroTexto 4"/>
          <p:cNvSpPr/>
          <p:nvPr/>
        </p:nvSpPr>
        <p:spPr>
          <a:xfrm>
            <a:off x="838080" y="603360"/>
            <a:ext cx="6094080" cy="707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0" u="none" strike="noStrike">
                <a:solidFill>
                  <a:srgbClr val="D51F3B"/>
                </a:solidFill>
                <a:effectLst/>
                <a:uFillTx/>
                <a:latin typeface="Calibri"/>
              </a:rPr>
              <a:t>Results (b-i, b-ii)</a:t>
            </a:r>
            <a:endParaRPr lang="en-US" sz="4000" b="0" u="none" strike="noStrike">
              <a:solidFill>
                <a:srgbClr val="000000"/>
              </a:solidFill>
              <a:effectLst/>
              <a:uFillTx/>
              <a:latin typeface="Arial"/>
            </a:endParaRPr>
          </a:p>
        </p:txBody>
      </p:sp>
      <p:pic>
        <p:nvPicPr>
          <p:cNvPr id="119" name="Imagen 3"/>
          <p:cNvPicPr/>
          <p:nvPr/>
        </p:nvPicPr>
        <p:blipFill>
          <a:blip r:embed="rId1"/>
          <a:srcRect l="0" t="0" r="11519" b="0"/>
          <a:stretch/>
        </p:blipFill>
        <p:spPr>
          <a:xfrm>
            <a:off x="713160" y="5919480"/>
            <a:ext cx="9524160" cy="846360"/>
          </a:xfrm>
          <a:prstGeom prst="rect">
            <a:avLst/>
          </a:prstGeom>
          <a:noFill/>
          <a:ln w="0">
            <a:noFill/>
          </a:ln>
        </p:spPr>
      </p:pic>
      <p:pic>
        <p:nvPicPr>
          <p:cNvPr id="120" name="Imagen 6"/>
          <p:cNvPicPr/>
          <p:nvPr/>
        </p:nvPicPr>
        <p:blipFill>
          <a:blip r:embed="rId2"/>
          <a:srcRect l="88455" t="0" r="0" b="38841"/>
          <a:stretch/>
        </p:blipFill>
        <p:spPr>
          <a:xfrm>
            <a:off x="10238400" y="5918040"/>
            <a:ext cx="1239840" cy="517320"/>
          </a:xfrm>
          <a:prstGeom prst="rect">
            <a:avLst/>
          </a:prstGeom>
          <a:noFill/>
          <a:ln w="0">
            <a:noFill/>
          </a:ln>
        </p:spPr>
      </p:pic>
      <p:sp>
        <p:nvSpPr>
          <p:cNvPr id="121" name="TextBox 7"/>
          <p:cNvSpPr/>
          <p:nvPr/>
        </p:nvSpPr>
        <p:spPr>
          <a:xfrm>
            <a:off x="841320" y="1371600"/>
            <a:ext cx="5760360" cy="365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400"/>
              </a:spcAft>
            </a:pPr>
            <a:r>
              <a:rPr lang="es-ES" sz="1400" b="0" u="none" strike="noStrike">
                <a:solidFill>
                  <a:schemeClr val="dk1"/>
                </a:solidFill>
                <a:effectLst/>
                <a:uFillTx/>
                <a:latin typeface="Calibri"/>
              </a:rPr>
              <a:t>(b-i) Lidar points projected on the image, colored by depth</a:t>
            </a:r>
            <a:endParaRPr lang="en-US" sz="1400" b="0" u="none" strike="noStrike">
              <a:solidFill>
                <a:srgbClr val="000000"/>
              </a:solidFill>
              <a:effectLst/>
              <a:uFillTx/>
              <a:latin typeface="Arial"/>
            </a:endParaRPr>
          </a:p>
        </p:txBody>
      </p:sp>
      <p:pic>
        <p:nvPicPr>
          <p:cNvPr id="122" name="Picture 8" descr="q3_c2_5.png"/>
          <p:cNvPicPr/>
          <p:nvPr/>
        </p:nvPicPr>
        <p:blipFill>
          <a:blip r:embed="rId3"/>
          <a:stretch/>
        </p:blipFill>
        <p:spPr>
          <a:xfrm>
            <a:off x="932760" y="1783080"/>
            <a:ext cx="5668920" cy="1823760"/>
          </a:xfrm>
          <a:prstGeom prst="rect">
            <a:avLst/>
          </a:prstGeom>
          <a:noFill/>
          <a:ln w="0">
            <a:noFill/>
          </a:ln>
        </p:spPr>
      </p:pic>
      <p:sp>
        <p:nvSpPr>
          <p:cNvPr id="123" name="TextBox 9"/>
          <p:cNvSpPr/>
          <p:nvPr/>
        </p:nvSpPr>
        <p:spPr>
          <a:xfrm>
            <a:off x="841320" y="3703320"/>
            <a:ext cx="5760360" cy="365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400"/>
              </a:spcAft>
            </a:pPr>
            <a:r>
              <a:rPr lang="es-ES" sz="1400" b="0" u="none" strike="noStrike">
                <a:solidFill>
                  <a:schemeClr val="dk1"/>
                </a:solidFill>
                <a:effectLst/>
                <a:uFillTx/>
                <a:latin typeface="Calibri"/>
              </a:rPr>
              <a:t>(b-ii) Detections with estimated distance</a:t>
            </a:r>
            <a:endParaRPr lang="en-US" sz="1400" b="0" u="none" strike="noStrike">
              <a:solidFill>
                <a:srgbClr val="000000"/>
              </a:solidFill>
              <a:effectLst/>
              <a:uFillTx/>
              <a:latin typeface="Arial"/>
            </a:endParaRPr>
          </a:p>
        </p:txBody>
      </p:sp>
      <p:pic>
        <p:nvPicPr>
          <p:cNvPr id="124" name="Picture 10" descr="q3_c3_5.png"/>
          <p:cNvPicPr/>
          <p:nvPr/>
        </p:nvPicPr>
        <p:blipFill>
          <a:blip r:embed="rId4"/>
          <a:stretch/>
        </p:blipFill>
        <p:spPr>
          <a:xfrm>
            <a:off x="932760" y="4069080"/>
            <a:ext cx="5668920" cy="1819440"/>
          </a:xfrm>
          <a:prstGeom prst="rect">
            <a:avLst/>
          </a:prstGeom>
          <a:noFill/>
          <a:ln w="0">
            <a:noFill/>
          </a:ln>
        </p:spPr>
      </p:pic>
      <p:sp>
        <p:nvSpPr>
          <p:cNvPr id="125" name="TextBox 11"/>
          <p:cNvSpPr/>
          <p:nvPr/>
        </p:nvSpPr>
        <p:spPr>
          <a:xfrm>
            <a:off x="6949440" y="1783080"/>
            <a:ext cx="4388760" cy="2742840"/>
          </a:xfrm>
          <a:prstGeom prst="rect">
            <a:avLst/>
          </a:prstGeom>
          <a:noFill/>
          <a:ln w="0">
            <a:noFill/>
          </a:ln>
        </p:spPr>
        <p:style>
          <a:lnRef idx="0"/>
          <a:fillRef idx="0"/>
          <a:effectRef idx="0"/>
          <a:fontRef idx="minor"/>
        </p:style>
        <p:txBody>
          <a:bodyPr lIns="90000" tIns="45000" rIns="90000" bIns="45000" anchor="t">
            <a:spAutoFit/>
          </a:bodyPr>
          <a:p>
            <a:pPr marL="285840" indent="-285840" defTabSz="914400">
              <a:lnSpc>
                <a:spcPct val="100000"/>
              </a:lnSpc>
              <a:spcAft>
                <a:spcPts val="601"/>
              </a:spcAft>
              <a:buClr>
                <a:srgbClr val="000000"/>
              </a:buClr>
              <a:buFont typeface="Symbol" charset="2"/>
              <a:buChar char=""/>
            </a:pPr>
            <a:r>
              <a:rPr lang="es-ES" sz="1600" b="0" u="none" strike="noStrike">
                <a:solidFill>
                  <a:schemeClr val="dk1"/>
                </a:solidFill>
                <a:effectLst/>
                <a:uFillTx/>
                <a:latin typeface="Calibri"/>
              </a:rPr>
              <a:t>Points on the car and on the houses fit the image; far points are red</a:t>
            </a:r>
            <a:endParaRPr lang="en-US" sz="1600" b="0" u="none" strike="noStrike">
              <a:solidFill>
                <a:srgbClr val="000000"/>
              </a:solidFill>
              <a:effectLst/>
              <a:uFillTx/>
              <a:latin typeface="Arial"/>
            </a:endParaRPr>
          </a:p>
          <a:p>
            <a:pPr marL="285840" indent="-285840" defTabSz="914400">
              <a:lnSpc>
                <a:spcPct val="100000"/>
              </a:lnSpc>
              <a:spcAft>
                <a:spcPts val="601"/>
              </a:spcAft>
              <a:buClr>
                <a:srgbClr val="000000"/>
              </a:buClr>
              <a:buFont typeface="Symbol" charset="2"/>
              <a:buChar char=""/>
            </a:pPr>
            <a:r>
              <a:rPr lang="es-ES" sz="1600" b="0" u="none" strike="noStrike">
                <a:solidFill>
                  <a:schemeClr val="dk1"/>
                </a:solidFill>
                <a:effectLst/>
                <a:uFillTx/>
                <a:latin typeface="Calibri"/>
              </a:rPr>
              <a:t>YOLO gives the box, the distance is the median depth of the lidar points in the center of the box</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CuadroTexto 4"/>
          <p:cNvSpPr/>
          <p:nvPr/>
        </p:nvSpPr>
        <p:spPr>
          <a:xfrm>
            <a:off x="838080" y="603360"/>
            <a:ext cx="6094080" cy="707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0" u="none" strike="noStrike">
                <a:solidFill>
                  <a:srgbClr val="D51F3B"/>
                </a:solidFill>
                <a:effectLst/>
                <a:uFillTx/>
                <a:latin typeface="Calibri"/>
              </a:rPr>
              <a:t>Results (b-iii) Validation</a:t>
            </a:r>
            <a:endParaRPr lang="en-US" sz="4000" b="0" u="none" strike="noStrike">
              <a:solidFill>
                <a:srgbClr val="000000"/>
              </a:solidFill>
              <a:effectLst/>
              <a:uFillTx/>
              <a:latin typeface="Arial"/>
            </a:endParaRPr>
          </a:p>
        </p:txBody>
      </p:sp>
      <p:pic>
        <p:nvPicPr>
          <p:cNvPr id="127" name="Imagen 3"/>
          <p:cNvPicPr/>
          <p:nvPr/>
        </p:nvPicPr>
        <p:blipFill>
          <a:blip r:embed="rId1"/>
          <a:srcRect l="0" t="0" r="11519" b="0"/>
          <a:stretch/>
        </p:blipFill>
        <p:spPr>
          <a:xfrm>
            <a:off x="713160" y="5919480"/>
            <a:ext cx="9524160" cy="846360"/>
          </a:xfrm>
          <a:prstGeom prst="rect">
            <a:avLst/>
          </a:prstGeom>
          <a:noFill/>
          <a:ln w="0">
            <a:noFill/>
          </a:ln>
        </p:spPr>
      </p:pic>
      <p:pic>
        <p:nvPicPr>
          <p:cNvPr id="128" name="Imagen 6"/>
          <p:cNvPicPr/>
          <p:nvPr/>
        </p:nvPicPr>
        <p:blipFill>
          <a:blip r:embed="rId2"/>
          <a:srcRect l="88455" t="0" r="0" b="38841"/>
          <a:stretch/>
        </p:blipFill>
        <p:spPr>
          <a:xfrm>
            <a:off x="10238400" y="5918040"/>
            <a:ext cx="1239840" cy="517320"/>
          </a:xfrm>
          <a:prstGeom prst="rect">
            <a:avLst/>
          </a:prstGeom>
          <a:noFill/>
          <a:ln w="0">
            <a:noFill/>
          </a:ln>
        </p:spPr>
      </p:pic>
      <p:graphicFrame>
        <p:nvGraphicFramePr>
          <p:cNvPr id="129" name="Table 7"/>
          <p:cNvGraphicFramePr/>
          <p:nvPr/>
        </p:nvGraphicFramePr>
        <p:xfrm>
          <a:off x="932760" y="1371600"/>
          <a:ext cx="5577480" cy="3945600"/>
        </p:xfrm>
        <a:graphic>
          <a:graphicData uri="http://schemas.openxmlformats.org/drawingml/2006/table">
            <a:tbl>
              <a:tblPr/>
              <a:tblGrid>
                <a:gridCol w="822960"/>
                <a:gridCol w="1188720"/>
                <a:gridCol w="1463040"/>
                <a:gridCol w="1097280"/>
                <a:gridCol w="1005840"/>
              </a:tblGrid>
              <a:tr h="246600">
                <a:tc>
                  <a:txBody>
                    <a:bodyPr tIns="18000" bIns="18000" anchor="t">
                      <a:noAutofit/>
                    </a:bodyPr>
                    <a:p>
                      <a:pPr defTabSz="914400">
                        <a:lnSpc>
                          <a:spcPct val="100000"/>
                        </a:lnSpc>
                      </a:pPr>
                      <a:r>
                        <a:rPr lang="es-ES" sz="1100" b="1" u="none" strike="noStrike">
                          <a:solidFill>
                            <a:srgbClr val="FFFFFF"/>
                          </a:solidFill>
                          <a:effectLst/>
                          <a:uFillTx/>
                          <a:latin typeface="Calibri"/>
                        </a:rPr>
                        <a:t>Sample</a:t>
                      </a:r>
                      <a:endParaRPr lang="en-US" sz="1100" b="0" u="none" strike="noStrike">
                        <a:solidFill>
                          <a:srgbClr val="FFFFFF"/>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ED1941"/>
                    </a:solidFill>
                  </a:tcPr>
                </a:tc>
                <a:tc>
                  <a:txBody>
                    <a:bodyPr tIns="18000" bIns="18000" anchor="t">
                      <a:noAutofit/>
                    </a:bodyPr>
                    <a:p>
                      <a:pPr defTabSz="914400">
                        <a:lnSpc>
                          <a:spcPct val="100000"/>
                        </a:lnSpc>
                      </a:pPr>
                      <a:r>
                        <a:rPr lang="es-ES" sz="1100" b="1" u="none" strike="noStrike">
                          <a:solidFill>
                            <a:srgbClr val="FFFFFF"/>
                          </a:solidFill>
                          <a:effectLst/>
                          <a:uFillTx/>
                          <a:latin typeface="Calibri"/>
                        </a:rPr>
                        <a:t>Estimated [m]</a:t>
                      </a:r>
                      <a:endParaRPr lang="en-US" sz="1100" b="0" u="none" strike="noStrike">
                        <a:solidFill>
                          <a:srgbClr val="FFFFFF"/>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ED1941"/>
                    </a:solidFill>
                  </a:tcPr>
                </a:tc>
                <a:tc>
                  <a:txBody>
                    <a:bodyPr tIns="18000" bIns="18000" anchor="t">
                      <a:noAutofit/>
                    </a:bodyPr>
                    <a:p>
                      <a:pPr defTabSz="914400">
                        <a:lnSpc>
                          <a:spcPct val="100000"/>
                        </a:lnSpc>
                      </a:pPr>
                      <a:r>
                        <a:rPr lang="es-ES" sz="1100" b="1" u="none" strike="noStrike">
                          <a:solidFill>
                            <a:srgbClr val="FFFFFF"/>
                          </a:solidFill>
                          <a:effectLst/>
                          <a:uFillTx/>
                          <a:latin typeface="Calibri"/>
                        </a:rPr>
                        <a:t>Ground truth [m]</a:t>
                      </a:r>
                      <a:endParaRPr lang="en-US" sz="1100" b="0" u="none" strike="noStrike">
                        <a:solidFill>
                          <a:srgbClr val="FFFFFF"/>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ED1941"/>
                    </a:solidFill>
                  </a:tcPr>
                </a:tc>
                <a:tc>
                  <a:txBody>
                    <a:bodyPr tIns="18000" bIns="18000" anchor="t">
                      <a:noAutofit/>
                    </a:bodyPr>
                    <a:p>
                      <a:pPr defTabSz="914400">
                        <a:lnSpc>
                          <a:spcPct val="100000"/>
                        </a:lnSpc>
                      </a:pPr>
                      <a:r>
                        <a:rPr lang="es-ES" sz="1100" b="1" u="none" strike="noStrike">
                          <a:solidFill>
                            <a:srgbClr val="FFFFFF"/>
                          </a:solidFill>
                          <a:effectLst/>
                          <a:uFillTx/>
                          <a:latin typeface="Calibri"/>
                        </a:rPr>
                        <a:t>Error [m]</a:t>
                      </a:r>
                      <a:endParaRPr lang="en-US" sz="1100" b="0" u="none" strike="noStrike">
                        <a:solidFill>
                          <a:srgbClr val="FFFFFF"/>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ED1941"/>
                    </a:solidFill>
                  </a:tcPr>
                </a:tc>
                <a:tc>
                  <a:txBody>
                    <a:bodyPr tIns="18000" bIns="18000" anchor="t">
                      <a:noAutofit/>
                    </a:bodyPr>
                    <a:p>
                      <a:pPr defTabSz="914400">
                        <a:lnSpc>
                          <a:spcPct val="100000"/>
                        </a:lnSpc>
                      </a:pPr>
                      <a:r>
                        <a:rPr lang="es-ES" sz="1100" b="1" u="none" strike="noStrike">
                          <a:solidFill>
                            <a:srgbClr val="FFFFFF"/>
                          </a:solidFill>
                          <a:effectLst/>
                          <a:uFillTx/>
                          <a:latin typeface="Calibri"/>
                        </a:rPr>
                        <a:t>Error [%]</a:t>
                      </a:r>
                      <a:endParaRPr lang="en-US" sz="1100" b="0" u="none" strike="noStrike">
                        <a:solidFill>
                          <a:srgbClr val="FFFFFF"/>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ED1941"/>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000666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30.17</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32.42</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-2.25</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-7.0</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000666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18.09</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23.80</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-5.71</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-24.0</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000666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23.10</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28.89</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-5.79</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-20.0</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000666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13.40</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18.79</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-5.39</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-28.7</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001376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34.63</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36.29</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-1.66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-4.6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001376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4.45</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6.35</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-1.90</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-29.9</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001376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13.44</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15.12</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-1.68</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-11.1</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001376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9.74</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11.63</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-1.89</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-16.3</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005595</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8.89</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9.73</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-0.84</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-8.6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005595</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10.99</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13.07</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-2.08</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-15.9</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005595</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17.31</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17.96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-0.65</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-3.6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005595</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7.14</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7.45</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-0.31</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-4.1</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005595</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9.12</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12.00</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-2.88</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-24.0</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007303</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31.60</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32.86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-1.26</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-3.8</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r>
              <a:tr h="246600">
                <a:tc>
                  <a:txBody>
                    <a:bodyPr tIns="18000" bIns="18000" anchor="t">
                      <a:noAutofit/>
                    </a:bodyPr>
                    <a:p>
                      <a:pPr defTabSz="914400">
                        <a:lnSpc>
                          <a:spcPct val="100000"/>
                        </a:lnSpc>
                      </a:pPr>
                      <a:r>
                        <a:rPr lang="es-ES" sz="1100" b="0" u="none" strike="noStrike">
                          <a:solidFill>
                            <a:srgbClr val="222222"/>
                          </a:solidFill>
                          <a:effectLst/>
                          <a:uFillTx/>
                          <a:latin typeface="Calibri"/>
                        </a:rPr>
                        <a:t>007303</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5.18</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5.78</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-0.60</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18000" bIns="18000" anchor="t">
                      <a:noAutofit/>
                    </a:bodyPr>
                    <a:p>
                      <a:pPr defTabSz="914400">
                        <a:lnSpc>
                          <a:spcPct val="100000"/>
                        </a:lnSpc>
                      </a:pPr>
                      <a:r>
                        <a:rPr lang="es-ES" sz="1100" b="0" u="none" strike="noStrike">
                          <a:solidFill>
                            <a:srgbClr val="222222"/>
                          </a:solidFill>
                          <a:effectLst/>
                          <a:uFillTx/>
                          <a:latin typeface="Calibri"/>
                        </a:rPr>
                        <a:t>-10.3</a:t>
                      </a:r>
                      <a:endParaRPr lang="en-US" sz="1100" b="0" u="none" strike="noStrike">
                        <a:solidFill>
                          <a:srgbClr val="000000"/>
                        </a:solidFill>
                        <a:effectLst/>
                        <a:uFillTx/>
                        <a:latin typeface="Arial"/>
                      </a:endParaRPr>
                    </a:p>
                  </a:txBody>
                  <a:tcPr anchor="t" marL="91440" marR="91440"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pic>
        <p:nvPicPr>
          <p:cNvPr id="130" name="Picture 8" descr="q3_c4_1.png"/>
          <p:cNvPicPr/>
          <p:nvPr/>
        </p:nvPicPr>
        <p:blipFill>
          <a:blip r:embed="rId3"/>
          <a:stretch/>
        </p:blipFill>
        <p:spPr>
          <a:xfrm>
            <a:off x="7498080" y="1371600"/>
            <a:ext cx="3291480" cy="3247920"/>
          </a:xfrm>
          <a:prstGeom prst="rect">
            <a:avLst/>
          </a:prstGeom>
          <a:noFill/>
          <a:ln w="0">
            <a:noFill/>
          </a:ln>
        </p:spPr>
      </p:pic>
      <p:sp>
        <p:nvSpPr>
          <p:cNvPr id="131" name="TextBox 9"/>
          <p:cNvSpPr/>
          <p:nvPr/>
        </p:nvSpPr>
        <p:spPr>
          <a:xfrm>
            <a:off x="7223760" y="4663440"/>
            <a:ext cx="4114440" cy="807120"/>
          </a:xfrm>
          <a:prstGeom prst="rect">
            <a:avLst/>
          </a:prstGeom>
          <a:noFill/>
          <a:ln w="0">
            <a:noFill/>
          </a:ln>
        </p:spPr>
        <p:style>
          <a:lnRef idx="0"/>
          <a:fillRef idx="0"/>
          <a:effectRef idx="0"/>
          <a:fontRef idx="minor"/>
        </p:style>
        <p:txBody>
          <a:bodyPr lIns="90000" tIns="45000" rIns="90000" bIns="45000" anchor="t">
            <a:spAutoFit/>
          </a:bodyPr>
          <a:p>
            <a:pPr marL="285840" indent="-285840" defTabSz="914400">
              <a:lnSpc>
                <a:spcPct val="100000"/>
              </a:lnSpc>
              <a:spcAft>
                <a:spcPts val="601"/>
              </a:spcAft>
              <a:buClr>
                <a:srgbClr val="000000"/>
              </a:buClr>
              <a:buFont typeface="Symbol" charset="2"/>
              <a:buChar char=""/>
            </a:pPr>
            <a:r>
              <a:rPr lang="es-ES" sz="1400" b="0" u="none" strike="noStrike">
                <a:solidFill>
                  <a:schemeClr val="dk1"/>
                </a:solidFill>
                <a:effectLst/>
                <a:uFillTx/>
                <a:latin typeface="Calibri"/>
              </a:rPr>
              <a:t>Mean absolute error 2.33 m, RMSE 2.93 m</a:t>
            </a:r>
            <a:endParaRPr lang="en-US" sz="1400" b="0" u="none" strike="noStrike">
              <a:solidFill>
                <a:srgbClr val="000000"/>
              </a:solidFill>
              <a:effectLst/>
              <a:uFillTx/>
              <a:latin typeface="Arial"/>
            </a:endParaRPr>
          </a:p>
          <a:p>
            <a:pPr marL="285840" indent="-285840" defTabSz="914400">
              <a:lnSpc>
                <a:spcPct val="100000"/>
              </a:lnSpc>
              <a:spcAft>
                <a:spcPts val="601"/>
              </a:spcAft>
              <a:buClr>
                <a:srgbClr val="000000"/>
              </a:buClr>
              <a:buFont typeface="Symbol" charset="2"/>
              <a:buChar char=""/>
            </a:pPr>
            <a:r>
              <a:rPr lang="es-ES" sz="1400" b="0" u="none" strike="noStrike">
                <a:solidFill>
                  <a:schemeClr val="dk1"/>
                </a:solidFill>
                <a:effectLst/>
                <a:uFillTx/>
                <a:latin typeface="Calibri"/>
              </a:rPr>
              <a:t>All errors are negative: the ground truth is the center of the car, the lidar hits its rear surface</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CuadroTexto 4"/>
          <p:cNvSpPr/>
          <p:nvPr/>
        </p:nvSpPr>
        <p:spPr>
          <a:xfrm>
            <a:off x="1389960" y="2876400"/>
            <a:ext cx="9684360" cy="1938240"/>
          </a:xfrm>
          <a:prstGeom prst="rect">
            <a:avLst/>
          </a:prstGeom>
          <a:noFill/>
          <a:ln w="0">
            <a:noFill/>
          </a:ln>
        </p:spPr>
        <p:style>
          <a:lnRef idx="0"/>
          <a:fillRef idx="0"/>
          <a:effectRef idx="0"/>
          <a:fontRef idx="minor"/>
        </p:style>
        <p:txBody>
          <a:bodyPr lIns="90000" tIns="45000" rIns="90000" bIns="45000" anchor="t">
            <a:spAutoFit/>
          </a:bodyPr>
          <a:p>
            <a:pPr algn="ctr" defTabSz="914400">
              <a:lnSpc>
                <a:spcPct val="100000"/>
              </a:lnSpc>
            </a:pPr>
            <a:r>
              <a:rPr lang="es-ES" sz="4000" b="1" u="none" strike="noStrike">
                <a:solidFill>
                  <a:srgbClr val="D51F3B"/>
                </a:solidFill>
                <a:effectLst/>
                <a:uFillTx/>
                <a:latin typeface="Calibri"/>
              </a:rPr>
              <a:t>Q4 </a:t>
            </a:r>
            <a:r>
              <a:rPr lang="en-US" sz="4000" b="1" u="none" strike="noStrike">
                <a:solidFill>
                  <a:srgbClr val="D51F3B"/>
                </a:solidFill>
                <a:effectLst/>
                <a:uFillTx/>
                <a:latin typeface="Calibri"/>
              </a:rPr>
              <a:t>– </a:t>
            </a:r>
            <a:r>
              <a:rPr lang="es-ES" sz="4000" b="1" u="none" strike="noStrike">
                <a:solidFill>
                  <a:srgbClr val="D51F3B"/>
                </a:solidFill>
                <a:effectLst/>
                <a:uFillTx/>
                <a:latin typeface="Calibri"/>
              </a:rPr>
              <a:t>Autonomous navigation and slip estimation</a:t>
            </a:r>
            <a:endParaRPr lang="en-US" sz="4000" b="0" u="none" strike="noStrike">
              <a:solidFill>
                <a:srgbClr val="000000"/>
              </a:solidFill>
              <a:effectLst/>
              <a:uFillTx/>
              <a:latin typeface="Arial"/>
            </a:endParaRPr>
          </a:p>
          <a:p>
            <a:pPr defTabSz="914400">
              <a:lnSpc>
                <a:spcPct val="100000"/>
              </a:lnSpc>
            </a:pPr>
            <a:r>
              <a:rPr lang="es-ES" sz="4000" b="0" u="none" strike="noStrike">
                <a:solidFill>
                  <a:srgbClr val="D51F3B"/>
                </a:solidFill>
                <a:effectLst/>
                <a:uFillTx/>
                <a:latin typeface="Calibri"/>
              </a:rPr>
              <a:t>  </a:t>
            </a:r>
            <a:endParaRPr lang="en-US" sz="4000" b="0" u="none" strike="noStrike">
              <a:solidFill>
                <a:srgbClr val="000000"/>
              </a:solidFill>
              <a:effectLst/>
              <a:uFillTx/>
              <a:latin typeface="Arial"/>
            </a:endParaRPr>
          </a:p>
        </p:txBody>
      </p:sp>
      <p:sp>
        <p:nvSpPr>
          <p:cNvPr id="133" name="CuadroTexto 6"/>
          <p:cNvSpPr/>
          <p:nvPr/>
        </p:nvSpPr>
        <p:spPr>
          <a:xfrm>
            <a:off x="5581080" y="4142520"/>
            <a:ext cx="1302480" cy="399240"/>
          </a:xfrm>
          <a:prstGeom prst="rect">
            <a:avLst/>
          </a:prstGeom>
          <a:noFill/>
          <a:ln w="0">
            <a:noFill/>
          </a:ln>
        </p:spPr>
        <p:style>
          <a:lnRef idx="0"/>
          <a:fillRef idx="0"/>
          <a:effectRef idx="0"/>
          <a:fontRef idx="minor"/>
        </p:style>
        <p:txBody>
          <a:bodyPr lIns="90000" tIns="45000" rIns="90000" bIns="45000" anchor="t">
            <a:spAutoFit/>
          </a:bodyPr>
          <a:p>
            <a:pPr algn="ctr" defTabSz="914400">
              <a:lnSpc>
                <a:spcPct val="100000"/>
              </a:lnSpc>
            </a:pPr>
            <a:r>
              <a:rPr lang="es-ES" sz="2000" b="0" u="none" strike="noStrike">
                <a:solidFill>
                  <a:schemeClr val="dk1"/>
                </a:solidFill>
                <a:effectLst/>
                <a:uFillTx/>
                <a:latin typeface="Calibri"/>
              </a:rPr>
              <a:t>25 points</a:t>
            </a:r>
            <a:endParaRPr lang="en-US" sz="2000" b="0" u="none" strike="noStrike">
              <a:solidFill>
                <a:srgbClr val="000000"/>
              </a:solidFill>
              <a:effectLst/>
              <a:uFillTx/>
              <a:latin typeface="Arial"/>
            </a:endParaRPr>
          </a:p>
        </p:txBody>
      </p:sp>
      <p:pic>
        <p:nvPicPr>
          <p:cNvPr id="134" name="Imagen 8"/>
          <p:cNvPicPr/>
          <p:nvPr/>
        </p:nvPicPr>
        <p:blipFill>
          <a:blip r:embed="rId1"/>
          <a:stretch/>
        </p:blipFill>
        <p:spPr>
          <a:xfrm>
            <a:off x="204120" y="6016680"/>
            <a:ext cx="1941120" cy="710280"/>
          </a:xfrm>
          <a:prstGeom prst="rect">
            <a:avLst/>
          </a:prstGeom>
          <a:noFill/>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PlaceHolder 1"/>
          <p:cNvSpPr>
            <a:spLocks noGrp="1"/>
          </p:cNvSpPr>
          <p:nvPr>
            <p:ph/>
          </p:nvPr>
        </p:nvSpPr>
        <p:spPr>
          <a:xfrm>
            <a:off x="838080" y="1825560"/>
            <a:ext cx="10514880" cy="4350600"/>
          </a:xfrm>
          <a:prstGeom prst="rect">
            <a:avLst/>
          </a:prstGeom>
          <a:noFill/>
          <a:ln w="0">
            <a:noFill/>
          </a:ln>
        </p:spPr>
        <p:txBody>
          <a:bodyPr lIns="91440" tIns="45720" rIns="91440" bIns="45720" anchor="t">
            <a:normAutofit/>
          </a:bodyPr>
          <a:p>
            <a:pPr marL="228600" indent="-228600" algn="l" defTabSz="914400">
              <a:lnSpc>
                <a:spcPct val="90000"/>
              </a:lnSpc>
              <a:spcBef>
                <a:spcPts val="1001"/>
              </a:spcBef>
              <a:buClr>
                <a:srgbClr val="000000"/>
              </a:buClr>
              <a:buFont typeface="Arial"/>
              <a:buChar char="•"/>
            </a:pPr>
            <a:r>
              <a:rPr lang="es-ES" sz="2800" b="1" u="none" strike="noStrike">
                <a:solidFill>
                  <a:schemeClr val="dk1"/>
                </a:solidFill>
                <a:effectLst/>
                <a:uFillTx/>
                <a:latin typeface="Calibri"/>
              </a:rPr>
              <a:t>Objective: </a:t>
            </a:r>
            <a:r>
              <a:rPr lang="en-US" sz="2800" b="0" u="none" strike="noStrike">
                <a:solidFill>
                  <a:schemeClr val="dk1"/>
                </a:solidFill>
                <a:effectLst/>
                <a:uFillTx/>
                <a:latin typeface="Calibri"/>
              </a:rPr>
              <a:t>Simulate the autonomous navigation of a robot in Webots toward a predefined target, implementing obstacle avoidance.</a:t>
            </a:r>
            <a:endParaRPr lang="es-E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pPr>
            <a:r>
              <a:rPr lang="es-ES" sz="2800" b="1" u="none" strike="noStrike">
                <a:solidFill>
                  <a:schemeClr val="dk1"/>
                </a:solidFill>
                <a:effectLst/>
                <a:uFillTx/>
                <a:latin typeface="Calibri"/>
              </a:rPr>
              <a:t>Method:</a:t>
            </a:r>
            <a:endParaRPr lang="es-E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Navigation and Collision Avoidance</a:t>
            </a:r>
            <a:endParaRPr lang="es-ES" sz="24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Speed ​​Calculation:</a:t>
            </a:r>
            <a:endParaRPr lang="es-ES" sz="2400" b="0" u="none" strike="noStrike">
              <a:solidFill>
                <a:schemeClr val="dk1"/>
              </a:solidFill>
              <a:effectLst/>
              <a:uFillTx/>
              <a:latin typeface="Calibri"/>
            </a:endParaRPr>
          </a:p>
          <a:p>
            <a:pPr marL="457200" indent="0" algn="l" defTabSz="914400">
              <a:lnSpc>
                <a:spcPct val="90000"/>
              </a:lnSpc>
              <a:spcBef>
                <a:spcPts val="499"/>
              </a:spcBef>
              <a:buNone/>
              <a:tabLst>
                <a:tab pos="0" algn="l"/>
              </a:tabLst>
            </a:pPr>
            <a:endParaRPr lang="es-ES" sz="24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tabLst>
                <a:tab pos="0" algn="l"/>
              </a:tabLst>
            </a:pPr>
            <a:r>
              <a:rPr lang="en-US" sz="2400" b="0" u="none" strike="noStrike">
                <a:solidFill>
                  <a:schemeClr val="dk1"/>
                </a:solidFill>
                <a:effectLst/>
                <a:uFillTx/>
                <a:latin typeface="Calibri"/>
              </a:rPr>
              <a:t>Slip Estimation:</a:t>
            </a:r>
            <a:br>
              <a:rPr sz="2400"/>
            </a:br>
            <a:r>
              <a:rPr lang="es-ES" sz="2400" b="0" u="none" strike="noStrike">
                <a:solidFill>
                  <a:schemeClr val="dk1"/>
                </a:solidFill>
                <a:effectLst/>
                <a:uFillTx/>
                <a:latin typeface="Calibri"/>
              </a:rPr>
              <a:t> </a:t>
            </a:r>
            <a:endParaRPr lang="es-ES" sz="24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s-ES" sz="2800" b="0" u="none" strike="noStrike">
              <a:solidFill>
                <a:schemeClr val="dk1"/>
              </a:solidFill>
              <a:effectLst/>
              <a:uFillTx/>
              <a:latin typeface="Calibri"/>
            </a:endParaRPr>
          </a:p>
        </p:txBody>
      </p:sp>
      <p:sp>
        <p:nvSpPr>
          <p:cNvPr id="136" name="CuadroTexto 4"/>
          <p:cNvSpPr/>
          <p:nvPr/>
        </p:nvSpPr>
        <p:spPr>
          <a:xfrm>
            <a:off x="838080" y="603360"/>
            <a:ext cx="6094080" cy="707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0" u="none" strike="noStrike">
                <a:solidFill>
                  <a:srgbClr val="D51F3B"/>
                </a:solidFill>
                <a:effectLst/>
                <a:uFillTx/>
                <a:latin typeface="Calibri"/>
              </a:rPr>
              <a:t>Objective &amp; Method</a:t>
            </a:r>
            <a:endParaRPr lang="en-US" sz="4000" b="0" u="none" strike="noStrike">
              <a:solidFill>
                <a:srgbClr val="000000"/>
              </a:solidFill>
              <a:effectLst/>
              <a:uFillTx/>
              <a:latin typeface="Arial"/>
            </a:endParaRPr>
          </a:p>
        </p:txBody>
      </p:sp>
      <p:pic>
        <p:nvPicPr>
          <p:cNvPr id="137" name="Imagen 3"/>
          <p:cNvPicPr/>
          <p:nvPr/>
        </p:nvPicPr>
        <p:blipFill>
          <a:blip r:embed="rId1"/>
          <a:srcRect l="0" t="0" r="11519" b="0"/>
          <a:stretch/>
        </p:blipFill>
        <p:spPr>
          <a:xfrm>
            <a:off x="713160" y="5919480"/>
            <a:ext cx="9524160" cy="846360"/>
          </a:xfrm>
          <a:prstGeom prst="rect">
            <a:avLst/>
          </a:prstGeom>
          <a:noFill/>
          <a:ln w="0">
            <a:noFill/>
          </a:ln>
        </p:spPr>
      </p:pic>
      <p:pic>
        <p:nvPicPr>
          <p:cNvPr id="138" name="Imagen 6"/>
          <p:cNvPicPr/>
          <p:nvPr/>
        </p:nvPicPr>
        <p:blipFill>
          <a:blip r:embed="rId2"/>
          <a:srcRect l="88455" t="0" r="0" b="38841"/>
          <a:stretch/>
        </p:blipFill>
        <p:spPr>
          <a:xfrm>
            <a:off x="10238400" y="5918040"/>
            <a:ext cx="1239840" cy="517320"/>
          </a:xfrm>
          <a:prstGeom prst="rect">
            <a:avLst/>
          </a:prstGeom>
          <a:noFill/>
          <a:ln w="0">
            <a:noFill/>
          </a:ln>
        </p:spPr>
      </p:pic>
      <p:pic>
        <p:nvPicPr>
          <p:cNvPr id="139" name="Imagen 7"/>
          <p:cNvPicPr/>
          <p:nvPr/>
        </p:nvPicPr>
        <p:blipFill>
          <a:blip r:embed="rId3"/>
          <a:stretch/>
        </p:blipFill>
        <p:spPr>
          <a:xfrm>
            <a:off x="4262760" y="3619800"/>
            <a:ext cx="1564560" cy="372240"/>
          </a:xfrm>
          <a:prstGeom prst="rect">
            <a:avLst/>
          </a:prstGeom>
          <a:noFill/>
          <a:ln w="0">
            <a:noFill/>
          </a:ln>
        </p:spPr>
      </p:pic>
      <p:pic>
        <p:nvPicPr>
          <p:cNvPr id="140" name="Imagen 10"/>
          <p:cNvPicPr/>
          <p:nvPr/>
        </p:nvPicPr>
        <p:blipFill>
          <a:blip r:embed="rId4"/>
          <a:stretch/>
        </p:blipFill>
        <p:spPr>
          <a:xfrm>
            <a:off x="3725280" y="4329720"/>
            <a:ext cx="2102400" cy="650880"/>
          </a:xfrm>
          <a:prstGeom prst="rect">
            <a:avLst/>
          </a:prstGeom>
          <a:noFill/>
          <a:ln w="0">
            <a:noFill/>
          </a:ln>
        </p:spPr>
      </p:pic>
      <p:pic>
        <p:nvPicPr>
          <p:cNvPr id="141" name="Imagen 13" descr="GitHub - cyberbotics/webots: Webots Robot Simulator · GitHub"/>
          <p:cNvPicPr/>
          <p:nvPr/>
        </p:nvPicPr>
        <p:blipFill>
          <a:blip r:embed="rId5"/>
          <a:stretch/>
        </p:blipFill>
        <p:spPr>
          <a:xfrm>
            <a:off x="7839720" y="2800800"/>
            <a:ext cx="3044880" cy="3044880"/>
          </a:xfrm>
          <a:prstGeom prst="rect">
            <a:avLst/>
          </a:prstGeom>
          <a:noFill/>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CuadroTexto 4"/>
          <p:cNvSpPr/>
          <p:nvPr/>
        </p:nvSpPr>
        <p:spPr>
          <a:xfrm>
            <a:off x="838080" y="603360"/>
            <a:ext cx="6094080" cy="707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4000" b="0" u="none" strike="noStrike">
                <a:solidFill>
                  <a:srgbClr val="D51F3B"/>
                </a:solidFill>
                <a:effectLst/>
                <a:uFillTx/>
                <a:latin typeface="Calibri"/>
              </a:rPr>
              <a:t>Results</a:t>
            </a:r>
            <a:endParaRPr lang="en-US" sz="4000" b="0" u="none" strike="noStrike">
              <a:solidFill>
                <a:srgbClr val="000000"/>
              </a:solidFill>
              <a:effectLst/>
              <a:uFillTx/>
              <a:latin typeface="Arial"/>
            </a:endParaRPr>
          </a:p>
        </p:txBody>
      </p:sp>
      <p:pic>
        <p:nvPicPr>
          <p:cNvPr id="143" name="Imagen 3"/>
          <p:cNvPicPr/>
          <p:nvPr/>
        </p:nvPicPr>
        <p:blipFill>
          <a:blip r:embed="rId1"/>
          <a:srcRect l="0" t="0" r="11519" b="0"/>
          <a:stretch/>
        </p:blipFill>
        <p:spPr>
          <a:xfrm>
            <a:off x="713160" y="5919480"/>
            <a:ext cx="9524160" cy="846360"/>
          </a:xfrm>
          <a:prstGeom prst="rect">
            <a:avLst/>
          </a:prstGeom>
          <a:noFill/>
          <a:ln w="0">
            <a:noFill/>
          </a:ln>
        </p:spPr>
      </p:pic>
      <p:pic>
        <p:nvPicPr>
          <p:cNvPr id="144" name="Imagen 6"/>
          <p:cNvPicPr/>
          <p:nvPr/>
        </p:nvPicPr>
        <p:blipFill>
          <a:blip r:embed="rId2"/>
          <a:srcRect l="88455" t="0" r="0" b="38841"/>
          <a:stretch/>
        </p:blipFill>
        <p:spPr>
          <a:xfrm>
            <a:off x="10238400" y="5918040"/>
            <a:ext cx="1239840" cy="517320"/>
          </a:xfrm>
          <a:prstGeom prst="rect">
            <a:avLst/>
          </a:prstGeom>
          <a:noFill/>
          <a:ln w="0">
            <a:noFill/>
          </a:ln>
        </p:spPr>
      </p:pic>
      <p:sp>
        <p:nvSpPr>
          <p:cNvPr id="145" name="CuadroTexto 7"/>
          <p:cNvSpPr/>
          <p:nvPr/>
        </p:nvSpPr>
        <p:spPr>
          <a:xfrm>
            <a:off x="2213280" y="1936080"/>
            <a:ext cx="1738080" cy="3686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1800" b="0" u="none" strike="noStrike">
                <a:solidFill>
                  <a:schemeClr val="dk1"/>
                </a:solidFill>
                <a:effectLst/>
                <a:uFillTx/>
                <a:latin typeface="Calibri"/>
              </a:rPr>
              <a:t>Low Friction</a:t>
            </a:r>
            <a:endParaRPr lang="en-US" sz="1800" b="0" u="none" strike="noStrike">
              <a:solidFill>
                <a:srgbClr val="000000"/>
              </a:solidFill>
              <a:effectLst/>
              <a:uFillTx/>
              <a:latin typeface="Arial"/>
            </a:endParaRPr>
          </a:p>
        </p:txBody>
      </p:sp>
      <p:sp>
        <p:nvSpPr>
          <p:cNvPr id="146" name="CuadroTexto 10"/>
          <p:cNvSpPr/>
          <p:nvPr/>
        </p:nvSpPr>
        <p:spPr>
          <a:xfrm>
            <a:off x="8499600" y="1942560"/>
            <a:ext cx="1738080" cy="3686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s-ES" sz="1800" b="0" u="none" strike="noStrike">
                <a:solidFill>
                  <a:schemeClr val="dk1"/>
                </a:solidFill>
                <a:effectLst/>
                <a:uFillTx/>
                <a:latin typeface="Calibri"/>
              </a:rPr>
              <a:t>High Friction</a:t>
            </a:r>
            <a:endParaRPr lang="en-US" sz="1800" b="0" u="none" strike="noStrike">
              <a:solidFill>
                <a:srgbClr val="000000"/>
              </a:solidFill>
              <a:effectLst/>
              <a:uFillTx/>
              <a:latin typeface="Arial"/>
            </a:endParaRPr>
          </a:p>
        </p:txBody>
      </p:sp>
      <p:pic>
        <p:nvPicPr>
          <p:cNvPr id="147" name="">
            <a:hlinkClick r:id="" action="ppaction://media"/>
          </p:cNvPr>
          <p:cNvPicPr/>
          <p:nvPr>
            <a:videoFile r:link="rId3"/>
            <p:extLst>
              <p:ext uri="{DAA4B4D4-6D71-4841-9C94-3DE7FCFB9230}">
                <p14:media r:embed="rId4"/>
              </p:ext>
            </p:extLst>
          </p:nvPr>
        </p:nvPicPr>
        <p:blipFill>
          <a:blip r:embed="rId5"/>
          <a:stretch>
            <a:fillRect/>
          </a:stretch>
        </p:blipFill>
        <p:spPr>
          <a:xfrm>
            <a:off x="713160" y="2327400"/>
            <a:ext cx="4257000" cy="3274200"/>
          </a:xfrm>
          <a:prstGeom prst="rect">
            <a:avLst/>
          </a:prstGeom>
          <a:ln w="0">
            <a:noFill/>
          </a:ln>
        </p:spPr>
      </p:pic>
      <p:pic>
        <p:nvPicPr>
          <p:cNvPr id="148" name="">
            <a:hlinkClick r:id="" action="ppaction://media"/>
          </p:cNvPr>
          <p:cNvPicPr/>
          <p:nvPr>
            <a:videoFile r:link="rId6"/>
            <p:extLst>
              <p:ext uri="{DAA4B4D4-6D71-4841-9C94-3DE7FCFB9230}">
                <p14:media r:embed="rId7"/>
              </p:ext>
            </p:extLst>
          </p:nvPr>
        </p:nvPicPr>
        <p:blipFill>
          <a:blip r:embed="rId8"/>
          <a:stretch>
            <a:fillRect/>
          </a:stretch>
        </p:blipFill>
        <p:spPr>
          <a:xfrm>
            <a:off x="6999840" y="2327400"/>
            <a:ext cx="4257000" cy="3274200"/>
          </a:xfrm>
          <a:prstGeom prst="rect">
            <a:avLst/>
          </a:prstGeom>
          <a:ln w="0">
            <a:noFill/>
          </a:ln>
        </p:spPr>
      </p:pic>
      <p:pic>
        <p:nvPicPr>
          <p:cNvPr id="149" name="Imagen 12"/>
          <p:cNvPicPr/>
          <p:nvPr/>
        </p:nvPicPr>
        <p:blipFill>
          <a:blip r:embed="rId9"/>
          <a:stretch/>
        </p:blipFill>
        <p:spPr>
          <a:xfrm>
            <a:off x="1751760" y="1488960"/>
            <a:ext cx="8226360" cy="4113000"/>
          </a:xfrm>
          <a:prstGeom prst="rect">
            <a:avLst/>
          </a:prstGeom>
          <a:noFill/>
          <a:ln w="0">
            <a:noFill/>
          </a:ln>
        </p:spPr>
      </p:pic>
    </p:spTree>
  </p:cSld>
  <mc:AlternateContent>
    <mc:Choice Requires="p14">
      <p:transition spd="slow" p14:dur="2000"/>
    </mc:Choice>
    <mc:Fallback>
      <p:transition spd="slow"/>
    </mc:Fallback>
  </mc:AlternateContent>
  <p:timing>
    <p:tnLst>
      <p:par>
        <p:cTn id="13" dur="indefinite" restart="never" nodeType="tmRoot">
          <p:childTnLst>
            <p:seq>
              <p:cTn id="14" dur="indefinite" nodeType="mainSeq">
                <p:childTnLst>
                  <p:par>
                    <p:cTn id="15" fill="hold">
                      <p:stCondLst>
                        <p:cond delay="indefinite"/>
                      </p:stCondLst>
                      <p:childTnLst>
                        <p:par>
                          <p:cTn id="16" fill="hold">
                            <p:stCondLst>
                              <p:cond delay="0"/>
                            </p:stCondLst>
                            <p:childTnLst>
                              <p:par>
                                <p:cTn id="17" presetID="10" presetClass="entr" fill="hold" nodeType="clickEffect">
                                  <p:stCondLst>
                                    <p:cond delay="0"/>
                                  </p:stCondLst>
                                  <p:childTnLst>
                                    <p:set>
                                      <p:cBhvr>
                                        <p:cTn id="18" dur="1" fill="hold">
                                          <p:stCondLst>
                                            <p:cond delay="0"/>
                                          </p:stCondLst>
                                        </p:cTn>
                                        <p:tgtEl>
                                          <p:spTgt spid="149"/>
                                        </p:tgtEl>
                                        <p:attrNameLst>
                                          <p:attrName>style.visibility</p:attrName>
                                        </p:attrNameLst>
                                      </p:cBhvr>
                                      <p:to>
                                        <p:strVal val="visible"/>
                                      </p:to>
                                    </p:set>
                                    <p:animEffect transition="in" filter="fade">
                                      <p:cBhvr additive="repl">
                                        <p:cTn id="19" dur="500"/>
                                        <p:tgtEl>
                                          <p:spTgt spid="149"/>
                                        </p:tgtEl>
                                      </p:cBhvr>
                                    </p:animEffect>
                                  </p:childTnLst>
                                </p:cTn>
                              </p:par>
                              <p:par>
                                <p:cTn id="20" presetID="10" presetClass="exit" fill="hold" nodeType="withEffect">
                                  <p:stCondLst>
                                    <p:cond delay="0"/>
                                  </p:stCondLst>
                                  <p:childTnLst>
                                    <p:animEffect transition="out" filter="fade">
                                      <p:cBhvr additive="repl">
                                        <p:cTn id="21" dur="500"/>
                                        <p:tgtEl>
                                          <p:spTgt spid="147"/>
                                        </p:tgtEl>
                                      </p:cBhvr>
                                    </p:animEffect>
                                    <p:set>
                                      <p:cBhvr>
                                        <p:cTn id="22" dur="1" fill="hold">
                                          <p:stCondLst>
                                            <p:cond delay="499"/>
                                          </p:stCondLst>
                                        </p:cTn>
                                        <p:tgtEl>
                                          <p:spTgt spid="147"/>
                                        </p:tgtEl>
                                        <p:attrNameLst>
                                          <p:attrName>style.visibility</p:attrName>
                                        </p:attrNameLst>
                                      </p:cBhvr>
                                      <p:to>
                                        <p:strVal val="hidden"/>
                                      </p:to>
                                    </p:set>
                                    <p:cmd type="call" cmd="stop">
                                      <p:cBhvr>
                                        <p:cTn id="23" dur="1" fill="hold">
                                          <p:stCondLst>
                                            <p:cond delay="499"/>
                                          </p:stCondLst>
                                        </p:cTn>
                                        <p:tgtEl>
                                          <p:spTgt spid="147"/>
                                        </p:tgtEl>
                                      </p:cBhvr>
                                    </p:cmd>
                                  </p:childTnLst>
                                </p:cTn>
                              </p:par>
                              <p:par>
                                <p:cTn id="24" presetID="10" presetClass="exit" fill="hold" nodeType="withEffect">
                                  <p:stCondLst>
                                    <p:cond delay="0"/>
                                  </p:stCondLst>
                                  <p:childTnLst>
                                    <p:animEffect transition="out" filter="fade">
                                      <p:cBhvr additive="repl">
                                        <p:cTn id="25" dur="500"/>
                                        <p:tgtEl>
                                          <p:spTgt spid="148"/>
                                        </p:tgtEl>
                                      </p:cBhvr>
                                    </p:animEffect>
                                    <p:set>
                                      <p:cBhvr>
                                        <p:cTn id="26" dur="1" fill="hold">
                                          <p:stCondLst>
                                            <p:cond delay="499"/>
                                          </p:stCondLst>
                                        </p:cTn>
                                        <p:tgtEl>
                                          <p:spTgt spid="148"/>
                                        </p:tgtEl>
                                        <p:attrNameLst>
                                          <p:attrName>style.visibility</p:attrName>
                                        </p:attrNameLst>
                                      </p:cBhvr>
                                      <p:to>
                                        <p:strVal val="hidden"/>
                                      </p:to>
                                    </p:set>
                                    <p:cmd type="call" cmd="stop">
                                      <p:cBhvr>
                                        <p:cTn id="27" dur="1" fill="hold">
                                          <p:stCondLst>
                                            <p:cond delay="499"/>
                                          </p:stCondLst>
                                        </p:cTn>
                                        <p:tgtEl>
                                          <p:spTgt spid="148"/>
                                        </p:tgtEl>
                                      </p:cBhvr>
                                    </p:cmd>
                                  </p:childTnLst>
                                </p:cTn>
                              </p:par>
                            </p:childTnLst>
                          </p:cTn>
                        </p:par>
                      </p:childTnLst>
                    </p:cTn>
                  </p:par>
                </p:childTnLst>
              </p:cTn>
              <p:prevCondLst>
                <p:cond evt="onPrev">
                  <p:tgtEl>
                    <p:sldTgt/>
                  </p:tgtEl>
                </p:cond>
              </p:prevCondLst>
              <p:nextCondLst>
                <p:cond evt="onNext">
                  <p:tgtEl>
                    <p:sldTgt/>
                  </p:tgtEl>
                </p:cond>
              </p:nextCondLst>
            </p:seq>
            <p:video>
              <p:cMediaNode>
                <p:cTn>
                  <p:stCondLst>
                    <p:cond delay="indefinite"/>
                  </p:stCondLst>
                </p:cTn>
                <p:tgtEl>
                  <p:spTgt spid="147"/>
                </p:tgtEl>
              </p:cMediaNode>
            </p:video>
            <p:seq>
              <p:cTn id="28" restart="whenNotActive" fill="hold" nodeType="interactiveSeq">
                <p:stCondLst>
                  <p:cond delay="0" evt="onClick">
                    <p:tgtEl>
                      <p:spTgt spid="147"/>
                    </p:tgtEl>
                  </p:cond>
                </p:stCondLst>
                <p:childTnLst>
                  <p:par>
                    <p:cTn id="29" fill="hold">
                      <p:stCondLst>
                        <p:cond delay="0" evt="onClick">
                          <p:tgtEl>
                            <p:spTgt spid="147"/>
                          </p:tgtEl>
                        </p:cond>
                      </p:stCondLst>
                      <p:childTnLst>
                        <p:par>
                          <p:cTn id="30" fill="hold">
                            <p:stCondLst>
                              <p:cond delay="0"/>
                            </p:stCondLst>
                            <p:childTnLst>
                              <p:par>
                                <p:cTn id="31" presetClass="mediacall" fill="hold" nodeType="clickEffect">
                                  <p:stCondLst>
                                    <p:cond delay="0"/>
                                  </p:stCondLst>
                                  <p:childTnLst>
                                    <p:cmd type="call" cmd="togglePause">
                                      <p:cBhvr>
                                        <p:cTn id="32" dur="1" fill="hold"/>
                                        <p:tgtEl>
                                          <p:spTgt spid="147"/>
                                        </p:tgtEl>
                                      </p:cBhvr>
                                    </p:cmd>
                                  </p:childTnLst>
                                </p:cTn>
                              </p:par>
                            </p:childTnLst>
                          </p:cTn>
                        </p:par>
                      </p:childTnLst>
                    </p:cTn>
                  </p:par>
                </p:childTnLst>
              </p:cTn>
              <p:prevCondLst>
                <p:cond evt="onPrev">
                  <p:tgtEl>
                    <p:sldTgt/>
                  </p:tgtEl>
                </p:cond>
              </p:prevCondLst>
              <p:nextCondLst>
                <p:cond evt="onNext">
                  <p:tgtEl>
                    <p:sldTgt/>
                  </p:tgtEl>
                </p:cond>
              </p:nextCondLst>
            </p:seq>
            <p:video>
              <p:cMediaNode>
                <p:cTn>
                  <p:stCondLst>
                    <p:cond delay="indefinite"/>
                  </p:stCondLst>
                </p:cTn>
                <p:tgtEl>
                  <p:spTgt spid="148"/>
                </p:tgtEl>
              </p:cMediaNode>
            </p:video>
            <p:seq>
              <p:cTn id="33" restart="whenNotActive" fill="hold" nodeType="interactiveSeq">
                <p:stCondLst>
                  <p:cond delay="0" evt="onClick">
                    <p:tgtEl>
                      <p:spTgt spid="148"/>
                    </p:tgtEl>
                  </p:cond>
                </p:stCondLst>
                <p:childTnLst>
                  <p:par>
                    <p:cTn id="34" fill="hold">
                      <p:stCondLst>
                        <p:cond delay="0" evt="onClick">
                          <p:tgtEl>
                            <p:spTgt spid="148"/>
                          </p:tgtEl>
                        </p:cond>
                      </p:stCondLst>
                      <p:childTnLst>
                        <p:par>
                          <p:cTn id="35" fill="hold">
                            <p:stCondLst>
                              <p:cond delay="0"/>
                            </p:stCondLst>
                            <p:childTnLst>
                              <p:par>
                                <p:cTn id="36" presetClass="mediacall" fill="hold" nodeType="clickEffect">
                                  <p:stCondLst>
                                    <p:cond delay="0"/>
                                  </p:stCondLst>
                                  <p:childTnLst>
                                    <p:cmd type="call" cmd="togglePause">
                                      <p:cBhvr>
                                        <p:cTn id="37" dur="1" fill="hold"/>
                                        <p:tgtEl>
                                          <p:spTgt spid="148"/>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pitchFamily="0" charset="1"/>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362</TotalTime>
  <Application>LibreOffice/26.8.1.1$Linux_X86_64 LibreOffice_project/680$Build-1</Application>
  <AppVersion>15.0000</AppVersion>
  <Words>411</Words>
  <Paragraphs>60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2026-09-26T15:32:31Z</dcterms:created>
  <dc:creator>Javi Comes</dc:creator>
  <dc:description/>
  <dc:language>en-US</dc:language>
  <cp:lastModifiedBy/>
  <dcterms:modified xsi:type="dcterms:W3CDTF">2026-10-26T18:43:00Z</dcterms:modified>
  <cp:revision>11</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PresentationFormat">
    <vt:lpwstr>Panorámica</vt:lpwstr>
  </property>
  <property fmtid="{D5CDD505-2E9C-101B-9397-08002B2CF9AE}" pid="4" name="Slides">
    <vt:i4>20</vt:i4>
  </property>
</Properties>
</file>