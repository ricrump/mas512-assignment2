
<file path=[Content_Types].xml><?xml version="1.0" encoding="utf-8"?>
<Types xmlns="http://schemas.openxmlformats.org/package/2006/content-types">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75" r:id="rId12"/>
    <p:sldId id="274" r:id="rId13"/>
    <p:sldId id="276" r:id="rId14"/>
    <p:sldId id="277" r:id="rId15"/>
    <p:sldId id="266" r:id="rId16"/>
    <p:sldId id="267" r:id="rId17"/>
    <p:sldId id="268" r:id="rId18"/>
    <p:sldId id="269" r:id="rId19"/>
    <p:sldId id="270" r:id="rId20"/>
    <p:sldId id="271" r:id="rId21"/>
    <p:sldId id="272" r:id="rId22"/>
  </p:sldIdLst>
  <p:sldSz cx="12192000" cy="6858000"/>
  <p:notesSz cx="7772400" cy="10058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51F3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7" d="100"/>
          <a:sy n="67" d="100"/>
        </p:scale>
        <p:origin x="548"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E9E96C6-D731-489B-AF1B-CB6179674BD4}" type="doc">
      <dgm:prSet loTypeId="urn:microsoft.com/office/officeart/2005/8/layout/process5" loCatId="process" qsTypeId="urn:microsoft.com/office/officeart/2005/8/quickstyle/simple1" qsCatId="simple" csTypeId="urn:microsoft.com/office/officeart/2005/8/colors/accent0_1" csCatId="mainScheme" phldr="1"/>
      <dgm:spPr/>
      <dgm:t>
        <a:bodyPr/>
        <a:lstStyle/>
        <a:p>
          <a:endParaRPr lang="en-US"/>
        </a:p>
      </dgm:t>
    </dgm:pt>
    <dgm:pt modelId="{9B3BAF77-B367-471B-A634-CF4BF08E53A5}">
      <dgm:prSet phldrT="[Text]" phldr="0"/>
      <dgm:spPr/>
      <dgm:t>
        <a:bodyPr/>
        <a:lstStyle/>
        <a:p>
          <a:r>
            <a:rPr lang="de-DE" dirty="0"/>
            <a:t>pick 3 </a:t>
          </a:r>
          <a:r>
            <a:rPr lang="de-DE" dirty="0" err="1"/>
            <a:t>random</a:t>
          </a:r>
          <a:r>
            <a:rPr lang="de-DE" dirty="0"/>
            <a:t> Points</a:t>
          </a:r>
          <a:endParaRPr lang="en-US" dirty="0"/>
        </a:p>
      </dgm:t>
    </dgm:pt>
    <dgm:pt modelId="{8F2CFE51-E6F1-47B6-B8E6-167FC9066881}" type="parTrans" cxnId="{B5AEDFA1-FFC1-40A0-8ED9-D8F9DA8FF47B}">
      <dgm:prSet/>
      <dgm:spPr/>
      <dgm:t>
        <a:bodyPr/>
        <a:lstStyle/>
        <a:p>
          <a:endParaRPr lang="en-US"/>
        </a:p>
      </dgm:t>
    </dgm:pt>
    <dgm:pt modelId="{A8DFFED2-2C10-434E-AC06-94B324B3A4BB}" type="sibTrans" cxnId="{B5AEDFA1-FFC1-40A0-8ED9-D8F9DA8FF47B}">
      <dgm:prSet phldrT="1" phldr="0"/>
      <dgm:spPr/>
      <dgm:t>
        <a:bodyPr/>
        <a:lstStyle/>
        <a:p>
          <a:r>
            <a:rPr lang="en-US"/>
            <a:t>1</a:t>
          </a:r>
        </a:p>
      </dgm:t>
    </dgm:pt>
    <dgm:pt modelId="{49465A55-6E3A-460D-88F4-6F1CD7EA10A3}">
      <dgm:prSet phldrT="[Text]" phldr="0"/>
      <dgm:spPr/>
      <dgm:t>
        <a:bodyPr/>
        <a:lstStyle/>
        <a:p>
          <a:r>
            <a:rPr lang="de-DE" dirty="0" err="1"/>
            <a:t>estimate</a:t>
          </a:r>
          <a:r>
            <a:rPr lang="de-DE" dirty="0"/>
            <a:t> 1. plane </a:t>
          </a:r>
          <a:r>
            <a:rPr lang="de-DE" dirty="0" err="1"/>
            <a:t>with</a:t>
          </a:r>
          <a:r>
            <a:rPr lang="de-DE" dirty="0"/>
            <a:t> </a:t>
          </a:r>
          <a:r>
            <a:rPr lang="de-DE" dirty="0" err="1"/>
            <a:t>sufficient</a:t>
          </a:r>
          <a:r>
            <a:rPr lang="de-DE" dirty="0"/>
            <a:t> </a:t>
          </a:r>
          <a:r>
            <a:rPr lang="de-DE" dirty="0" err="1"/>
            <a:t>inliers</a:t>
          </a:r>
          <a:endParaRPr lang="en-US" dirty="0"/>
        </a:p>
      </dgm:t>
    </dgm:pt>
    <dgm:pt modelId="{45762132-BDA3-4DC2-9B69-AA2B74DFDFB1}" type="parTrans" cxnId="{7DC338DE-C3B9-4CDD-8986-396A85A707B7}">
      <dgm:prSet/>
      <dgm:spPr/>
      <dgm:t>
        <a:bodyPr/>
        <a:lstStyle/>
        <a:p>
          <a:endParaRPr lang="en-US"/>
        </a:p>
      </dgm:t>
    </dgm:pt>
    <dgm:pt modelId="{E3D72C99-D1BB-46CD-82EE-B9B60F35C30A}" type="sibTrans" cxnId="{7DC338DE-C3B9-4CDD-8986-396A85A707B7}">
      <dgm:prSet phldrT="2" phldr="0"/>
      <dgm:spPr/>
      <dgm:t>
        <a:bodyPr/>
        <a:lstStyle/>
        <a:p>
          <a:r>
            <a:rPr lang="en-US"/>
            <a:t>2</a:t>
          </a:r>
        </a:p>
      </dgm:t>
    </dgm:pt>
    <dgm:pt modelId="{3A678A3B-B9EC-4C9C-ACD2-B958DDA57DB6}">
      <dgm:prSet phldrT="[Text]" phldr="0"/>
      <dgm:spPr/>
      <dgm:t>
        <a:bodyPr/>
        <a:lstStyle/>
        <a:p>
          <a:r>
            <a:rPr lang="de-DE" dirty="0" err="1"/>
            <a:t>estimate</a:t>
          </a:r>
          <a:r>
            <a:rPr lang="de-DE" dirty="0"/>
            <a:t> 2. plane (</a:t>
          </a:r>
          <a:r>
            <a:rPr lang="de-DE" dirty="0" err="1"/>
            <a:t>perpendicular</a:t>
          </a:r>
          <a:r>
            <a:rPr lang="de-DE" dirty="0"/>
            <a:t> to 1. plane)</a:t>
          </a:r>
          <a:endParaRPr lang="en-US" dirty="0"/>
        </a:p>
      </dgm:t>
    </dgm:pt>
    <dgm:pt modelId="{2CD7F251-EA83-4A84-8F69-ADF22C6D0F31}" type="parTrans" cxnId="{666ED9AC-D760-457F-BBE6-47A7B1E2C188}">
      <dgm:prSet/>
      <dgm:spPr/>
      <dgm:t>
        <a:bodyPr/>
        <a:lstStyle/>
        <a:p>
          <a:endParaRPr lang="en-US"/>
        </a:p>
      </dgm:t>
    </dgm:pt>
    <dgm:pt modelId="{11D4B533-E4FB-459D-9EF7-1A691FD716FF}" type="sibTrans" cxnId="{666ED9AC-D760-457F-BBE6-47A7B1E2C188}">
      <dgm:prSet phldrT="3" phldr="0"/>
      <dgm:spPr/>
      <dgm:t>
        <a:bodyPr/>
        <a:lstStyle/>
        <a:p>
          <a:r>
            <a:rPr lang="en-US"/>
            <a:t>3</a:t>
          </a:r>
        </a:p>
      </dgm:t>
    </dgm:pt>
    <dgm:pt modelId="{F15C9E12-2E14-4E38-B2E0-9D114C148596}">
      <dgm:prSet phldrT="[Text]" phldr="0"/>
      <dgm:spPr/>
      <dgm:t>
        <a:bodyPr/>
        <a:lstStyle/>
        <a:p>
          <a:r>
            <a:rPr lang="de-DE" dirty="0" err="1"/>
            <a:t>calculate</a:t>
          </a:r>
          <a:r>
            <a:rPr lang="de-DE" dirty="0"/>
            <a:t> 3. plane</a:t>
          </a:r>
          <a:endParaRPr lang="en-US" dirty="0"/>
        </a:p>
      </dgm:t>
    </dgm:pt>
    <dgm:pt modelId="{90622B2D-7AD4-45C3-A037-ADA255AC781E}" type="parTrans" cxnId="{8D5B62B4-985B-4A3D-A80A-277780DAF099}">
      <dgm:prSet/>
      <dgm:spPr/>
      <dgm:t>
        <a:bodyPr/>
        <a:lstStyle/>
        <a:p>
          <a:endParaRPr lang="en-US"/>
        </a:p>
      </dgm:t>
    </dgm:pt>
    <dgm:pt modelId="{173F74E9-0E39-4E37-9C42-37A57FAF91CC}" type="sibTrans" cxnId="{8D5B62B4-985B-4A3D-A80A-277780DAF099}">
      <dgm:prSet phldrT="4" phldr="0"/>
      <dgm:spPr/>
      <dgm:t>
        <a:bodyPr/>
        <a:lstStyle/>
        <a:p>
          <a:r>
            <a:rPr lang="en-US"/>
            <a:t>4</a:t>
          </a:r>
        </a:p>
      </dgm:t>
    </dgm:pt>
    <dgm:pt modelId="{A1D08783-2C79-4499-86FF-2F9D50144CB2}">
      <dgm:prSet phldrT="[Text]" phldr="0"/>
      <dgm:spPr/>
      <dgm:t>
        <a:bodyPr/>
        <a:lstStyle/>
        <a:p>
          <a:r>
            <a:rPr lang="de-DE" dirty="0" err="1"/>
            <a:t>select</a:t>
          </a:r>
          <a:r>
            <a:rPr lang="de-DE" dirty="0"/>
            <a:t> box </a:t>
          </a:r>
          <a:r>
            <a:rPr lang="de-DE" dirty="0" err="1"/>
            <a:t>dimension</a:t>
          </a:r>
          <a:r>
            <a:rPr lang="de-DE" dirty="0"/>
            <a:t> out of </a:t>
          </a:r>
          <a:r>
            <a:rPr lang="de-DE" dirty="0" err="1"/>
            <a:t>pointcloud</a:t>
          </a:r>
          <a:endParaRPr lang="en-US" dirty="0"/>
        </a:p>
      </dgm:t>
    </dgm:pt>
    <dgm:pt modelId="{1CD6EE4C-D92E-4836-9E9B-2F7A68889FA8}" type="parTrans" cxnId="{41750221-D814-4484-ACD1-E526AD69FB1D}">
      <dgm:prSet/>
      <dgm:spPr/>
      <dgm:t>
        <a:bodyPr/>
        <a:lstStyle/>
        <a:p>
          <a:endParaRPr lang="en-US"/>
        </a:p>
      </dgm:t>
    </dgm:pt>
    <dgm:pt modelId="{91ED0100-CF9A-4484-A120-37C7C86D08C7}" type="sibTrans" cxnId="{41750221-D814-4484-ACD1-E526AD69FB1D}">
      <dgm:prSet phldrT="5" phldr="0"/>
      <dgm:spPr/>
      <dgm:t>
        <a:bodyPr/>
        <a:lstStyle/>
        <a:p>
          <a:r>
            <a:rPr lang="en-US"/>
            <a:t>5</a:t>
          </a:r>
        </a:p>
      </dgm:t>
    </dgm:pt>
    <dgm:pt modelId="{D138958D-39CE-4AA5-8CED-FEE99D2A96F5}">
      <dgm:prSet phldrT="[Text]" phldr="0"/>
      <dgm:spPr/>
      <dgm:t>
        <a:bodyPr/>
        <a:lstStyle/>
        <a:p>
          <a:r>
            <a:rPr lang="de-DE" dirty="0" err="1"/>
            <a:t>get</a:t>
          </a:r>
          <a:r>
            <a:rPr lang="de-DE" dirty="0"/>
            <a:t> </a:t>
          </a:r>
          <a:r>
            <a:rPr lang="de-DE" dirty="0" err="1"/>
            <a:t>center</a:t>
          </a:r>
          <a:r>
            <a:rPr lang="de-DE" dirty="0"/>
            <a:t> out of </a:t>
          </a:r>
          <a:r>
            <a:rPr lang="de-DE" dirty="0" err="1"/>
            <a:t>dimensions</a:t>
          </a:r>
          <a:endParaRPr lang="en-US" dirty="0"/>
        </a:p>
      </dgm:t>
    </dgm:pt>
    <dgm:pt modelId="{73B1C3E3-7186-43C7-80C6-09010403420D}" type="parTrans" cxnId="{14BD4E4A-11D9-4507-B219-2E7346EC2830}">
      <dgm:prSet/>
      <dgm:spPr/>
      <dgm:t>
        <a:bodyPr/>
        <a:lstStyle/>
        <a:p>
          <a:endParaRPr lang="en-US"/>
        </a:p>
      </dgm:t>
    </dgm:pt>
    <dgm:pt modelId="{A853997E-5BAF-4D6A-B0FF-951E7B80843E}" type="sibTrans" cxnId="{14BD4E4A-11D9-4507-B219-2E7346EC2830}">
      <dgm:prSet phldrT="6" phldr="0"/>
      <dgm:spPr/>
    </dgm:pt>
    <dgm:pt modelId="{808A180E-B66C-48AE-A244-95AA98A63AC0}" type="pres">
      <dgm:prSet presAssocID="{DE9E96C6-D731-489B-AF1B-CB6179674BD4}" presName="diagram" presStyleCnt="0">
        <dgm:presLayoutVars>
          <dgm:dir/>
          <dgm:resizeHandles val="exact"/>
        </dgm:presLayoutVars>
      </dgm:prSet>
      <dgm:spPr/>
    </dgm:pt>
    <dgm:pt modelId="{0156BF18-083F-456B-9ED2-C2B64B2D0530}" type="pres">
      <dgm:prSet presAssocID="{9B3BAF77-B367-471B-A634-CF4BF08E53A5}" presName="node" presStyleLbl="node1" presStyleIdx="0" presStyleCnt="6">
        <dgm:presLayoutVars>
          <dgm:bulletEnabled val="1"/>
        </dgm:presLayoutVars>
      </dgm:prSet>
      <dgm:spPr/>
    </dgm:pt>
    <dgm:pt modelId="{FDC0031E-20A2-4C7E-A9FF-CEF53BE95F2F}" type="pres">
      <dgm:prSet presAssocID="{A8DFFED2-2C10-434E-AC06-94B324B3A4BB}" presName="sibTrans" presStyleLbl="sibTrans2D1" presStyleIdx="0" presStyleCnt="5"/>
      <dgm:spPr/>
    </dgm:pt>
    <dgm:pt modelId="{3D5D2280-AB25-4C09-9CB7-3E035CC72788}" type="pres">
      <dgm:prSet presAssocID="{A8DFFED2-2C10-434E-AC06-94B324B3A4BB}" presName="connectorText" presStyleLbl="sibTrans2D1" presStyleIdx="0" presStyleCnt="5"/>
      <dgm:spPr/>
    </dgm:pt>
    <dgm:pt modelId="{64E7E4D3-BF26-4515-BC7E-2D5790AD6255}" type="pres">
      <dgm:prSet presAssocID="{49465A55-6E3A-460D-88F4-6F1CD7EA10A3}" presName="node" presStyleLbl="node1" presStyleIdx="1" presStyleCnt="6">
        <dgm:presLayoutVars>
          <dgm:bulletEnabled val="1"/>
        </dgm:presLayoutVars>
      </dgm:prSet>
      <dgm:spPr/>
    </dgm:pt>
    <dgm:pt modelId="{36BECC3E-C1F8-4CA1-BEE8-69B04A4C272D}" type="pres">
      <dgm:prSet presAssocID="{E3D72C99-D1BB-46CD-82EE-B9B60F35C30A}" presName="sibTrans" presStyleLbl="sibTrans2D1" presStyleIdx="1" presStyleCnt="5"/>
      <dgm:spPr/>
    </dgm:pt>
    <dgm:pt modelId="{E3FF2223-FAD2-44A1-9706-AA5B026B66BB}" type="pres">
      <dgm:prSet presAssocID="{E3D72C99-D1BB-46CD-82EE-B9B60F35C30A}" presName="connectorText" presStyleLbl="sibTrans2D1" presStyleIdx="1" presStyleCnt="5"/>
      <dgm:spPr/>
    </dgm:pt>
    <dgm:pt modelId="{650927F8-F249-4725-8884-98C90A0E5719}" type="pres">
      <dgm:prSet presAssocID="{3A678A3B-B9EC-4C9C-ACD2-B958DDA57DB6}" presName="node" presStyleLbl="node1" presStyleIdx="2" presStyleCnt="6">
        <dgm:presLayoutVars>
          <dgm:bulletEnabled val="1"/>
        </dgm:presLayoutVars>
      </dgm:prSet>
      <dgm:spPr/>
    </dgm:pt>
    <dgm:pt modelId="{3405021C-BCAC-4931-AAE0-2AA377E920DE}" type="pres">
      <dgm:prSet presAssocID="{11D4B533-E4FB-459D-9EF7-1A691FD716FF}" presName="sibTrans" presStyleLbl="sibTrans2D1" presStyleIdx="2" presStyleCnt="5"/>
      <dgm:spPr/>
    </dgm:pt>
    <dgm:pt modelId="{D1BC1180-A2BA-4180-ACD0-10EF4B98E88F}" type="pres">
      <dgm:prSet presAssocID="{11D4B533-E4FB-459D-9EF7-1A691FD716FF}" presName="connectorText" presStyleLbl="sibTrans2D1" presStyleIdx="2" presStyleCnt="5"/>
      <dgm:spPr/>
    </dgm:pt>
    <dgm:pt modelId="{6FFDC005-4952-4F94-8AEF-5DE15C0457C9}" type="pres">
      <dgm:prSet presAssocID="{F15C9E12-2E14-4E38-B2E0-9D114C148596}" presName="node" presStyleLbl="node1" presStyleIdx="3" presStyleCnt="6">
        <dgm:presLayoutVars>
          <dgm:bulletEnabled val="1"/>
        </dgm:presLayoutVars>
      </dgm:prSet>
      <dgm:spPr/>
    </dgm:pt>
    <dgm:pt modelId="{85B01CB3-6A20-42C9-8F40-61533903A279}" type="pres">
      <dgm:prSet presAssocID="{173F74E9-0E39-4E37-9C42-37A57FAF91CC}" presName="sibTrans" presStyleLbl="sibTrans2D1" presStyleIdx="3" presStyleCnt="5"/>
      <dgm:spPr/>
    </dgm:pt>
    <dgm:pt modelId="{C9C333DD-4C8D-43C9-983B-8AFA0F93BDD9}" type="pres">
      <dgm:prSet presAssocID="{173F74E9-0E39-4E37-9C42-37A57FAF91CC}" presName="connectorText" presStyleLbl="sibTrans2D1" presStyleIdx="3" presStyleCnt="5"/>
      <dgm:spPr/>
    </dgm:pt>
    <dgm:pt modelId="{974993CC-BDF7-4DC4-81F2-2576673644C8}" type="pres">
      <dgm:prSet presAssocID="{A1D08783-2C79-4499-86FF-2F9D50144CB2}" presName="node" presStyleLbl="node1" presStyleIdx="4" presStyleCnt="6">
        <dgm:presLayoutVars>
          <dgm:bulletEnabled val="1"/>
        </dgm:presLayoutVars>
      </dgm:prSet>
      <dgm:spPr/>
    </dgm:pt>
    <dgm:pt modelId="{1B524341-B53F-4A7A-A01E-373F1A217C95}" type="pres">
      <dgm:prSet presAssocID="{91ED0100-CF9A-4484-A120-37C7C86D08C7}" presName="sibTrans" presStyleLbl="sibTrans2D1" presStyleIdx="4" presStyleCnt="5"/>
      <dgm:spPr/>
    </dgm:pt>
    <dgm:pt modelId="{775D61D5-9FD5-4DEB-81A3-ED9508B5F067}" type="pres">
      <dgm:prSet presAssocID="{91ED0100-CF9A-4484-A120-37C7C86D08C7}" presName="connectorText" presStyleLbl="sibTrans2D1" presStyleIdx="4" presStyleCnt="5"/>
      <dgm:spPr/>
    </dgm:pt>
    <dgm:pt modelId="{01AFE417-49B6-4F82-BE77-114568FCA9D3}" type="pres">
      <dgm:prSet presAssocID="{D138958D-39CE-4AA5-8CED-FEE99D2A96F5}" presName="node" presStyleLbl="node1" presStyleIdx="5" presStyleCnt="6">
        <dgm:presLayoutVars>
          <dgm:bulletEnabled val="1"/>
        </dgm:presLayoutVars>
      </dgm:prSet>
      <dgm:spPr/>
    </dgm:pt>
  </dgm:ptLst>
  <dgm:cxnLst>
    <dgm:cxn modelId="{41750221-D814-4484-ACD1-E526AD69FB1D}" srcId="{DE9E96C6-D731-489B-AF1B-CB6179674BD4}" destId="{A1D08783-2C79-4499-86FF-2F9D50144CB2}" srcOrd="4" destOrd="0" parTransId="{1CD6EE4C-D92E-4836-9E9B-2F7A68889FA8}" sibTransId="{91ED0100-CF9A-4484-A120-37C7C86D08C7}"/>
    <dgm:cxn modelId="{BCBCFF26-1DAB-467D-BFBA-6A7710F0CCE1}" type="presOf" srcId="{91ED0100-CF9A-4484-A120-37C7C86D08C7}" destId="{1B524341-B53F-4A7A-A01E-373F1A217C95}" srcOrd="0" destOrd="0" presId="urn:microsoft.com/office/officeart/2005/8/layout/process5"/>
    <dgm:cxn modelId="{A64A8E3D-9454-49B5-8667-D447F961AAEE}" type="presOf" srcId="{3A678A3B-B9EC-4C9C-ACD2-B958DDA57DB6}" destId="{650927F8-F249-4725-8884-98C90A0E5719}" srcOrd="0" destOrd="0" presId="urn:microsoft.com/office/officeart/2005/8/layout/process5"/>
    <dgm:cxn modelId="{DB144C61-E556-46B6-A87F-C5953C9BAEF3}" type="presOf" srcId="{A1D08783-2C79-4499-86FF-2F9D50144CB2}" destId="{974993CC-BDF7-4DC4-81F2-2576673644C8}" srcOrd="0" destOrd="0" presId="urn:microsoft.com/office/officeart/2005/8/layout/process5"/>
    <dgm:cxn modelId="{0F2EAB65-D864-4798-8766-B6E395593253}" type="presOf" srcId="{A8DFFED2-2C10-434E-AC06-94B324B3A4BB}" destId="{FDC0031E-20A2-4C7E-A9FF-CEF53BE95F2F}" srcOrd="0" destOrd="0" presId="urn:microsoft.com/office/officeart/2005/8/layout/process5"/>
    <dgm:cxn modelId="{14BD4E4A-11D9-4507-B219-2E7346EC2830}" srcId="{DE9E96C6-D731-489B-AF1B-CB6179674BD4}" destId="{D138958D-39CE-4AA5-8CED-FEE99D2A96F5}" srcOrd="5" destOrd="0" parTransId="{73B1C3E3-7186-43C7-80C6-09010403420D}" sibTransId="{A853997E-5BAF-4D6A-B0FF-951E7B80843E}"/>
    <dgm:cxn modelId="{36609E73-C888-4584-8035-C95AFB96BF82}" type="presOf" srcId="{91ED0100-CF9A-4484-A120-37C7C86D08C7}" destId="{775D61D5-9FD5-4DEB-81A3-ED9508B5F067}" srcOrd="1" destOrd="0" presId="urn:microsoft.com/office/officeart/2005/8/layout/process5"/>
    <dgm:cxn modelId="{AD2F8375-FA00-4FB2-B6B1-B06B0560B17C}" type="presOf" srcId="{49465A55-6E3A-460D-88F4-6F1CD7EA10A3}" destId="{64E7E4D3-BF26-4515-BC7E-2D5790AD6255}" srcOrd="0" destOrd="0" presId="urn:microsoft.com/office/officeart/2005/8/layout/process5"/>
    <dgm:cxn modelId="{D0785E57-A310-48AF-B877-68D74EB6DCEC}" type="presOf" srcId="{173F74E9-0E39-4E37-9C42-37A57FAF91CC}" destId="{85B01CB3-6A20-42C9-8F40-61533903A279}" srcOrd="0" destOrd="0" presId="urn:microsoft.com/office/officeart/2005/8/layout/process5"/>
    <dgm:cxn modelId="{6B0C8978-A467-459A-9A23-0CBC5061FE02}" type="presOf" srcId="{11D4B533-E4FB-459D-9EF7-1A691FD716FF}" destId="{3405021C-BCAC-4931-AAE0-2AA377E920DE}" srcOrd="0" destOrd="0" presId="urn:microsoft.com/office/officeart/2005/8/layout/process5"/>
    <dgm:cxn modelId="{52C1A182-8ADF-4336-82A0-1345A2F488B5}" type="presOf" srcId="{DE9E96C6-D731-489B-AF1B-CB6179674BD4}" destId="{808A180E-B66C-48AE-A244-95AA98A63AC0}" srcOrd="0" destOrd="0" presId="urn:microsoft.com/office/officeart/2005/8/layout/process5"/>
    <dgm:cxn modelId="{A505B09E-0C77-4798-BFE3-CF63897F08A9}" type="presOf" srcId="{E3D72C99-D1BB-46CD-82EE-B9B60F35C30A}" destId="{E3FF2223-FAD2-44A1-9706-AA5B026B66BB}" srcOrd="1" destOrd="0" presId="urn:microsoft.com/office/officeart/2005/8/layout/process5"/>
    <dgm:cxn modelId="{B5AEDFA1-FFC1-40A0-8ED9-D8F9DA8FF47B}" srcId="{DE9E96C6-D731-489B-AF1B-CB6179674BD4}" destId="{9B3BAF77-B367-471B-A634-CF4BF08E53A5}" srcOrd="0" destOrd="0" parTransId="{8F2CFE51-E6F1-47B6-B8E6-167FC9066881}" sibTransId="{A8DFFED2-2C10-434E-AC06-94B324B3A4BB}"/>
    <dgm:cxn modelId="{666ED9AC-D760-457F-BBE6-47A7B1E2C188}" srcId="{DE9E96C6-D731-489B-AF1B-CB6179674BD4}" destId="{3A678A3B-B9EC-4C9C-ACD2-B958DDA57DB6}" srcOrd="2" destOrd="0" parTransId="{2CD7F251-EA83-4A84-8F69-ADF22C6D0F31}" sibTransId="{11D4B533-E4FB-459D-9EF7-1A691FD716FF}"/>
    <dgm:cxn modelId="{8D5B62B4-985B-4A3D-A80A-277780DAF099}" srcId="{DE9E96C6-D731-489B-AF1B-CB6179674BD4}" destId="{F15C9E12-2E14-4E38-B2E0-9D114C148596}" srcOrd="3" destOrd="0" parTransId="{90622B2D-7AD4-45C3-A037-ADA255AC781E}" sibTransId="{173F74E9-0E39-4E37-9C42-37A57FAF91CC}"/>
    <dgm:cxn modelId="{D52AFAB7-FDB6-49A9-BA92-A8819E67DD9E}" type="presOf" srcId="{173F74E9-0E39-4E37-9C42-37A57FAF91CC}" destId="{C9C333DD-4C8D-43C9-983B-8AFA0F93BDD9}" srcOrd="1" destOrd="0" presId="urn:microsoft.com/office/officeart/2005/8/layout/process5"/>
    <dgm:cxn modelId="{949D97BD-6C94-49FF-9B68-9081004468C6}" type="presOf" srcId="{9B3BAF77-B367-471B-A634-CF4BF08E53A5}" destId="{0156BF18-083F-456B-9ED2-C2B64B2D0530}" srcOrd="0" destOrd="0" presId="urn:microsoft.com/office/officeart/2005/8/layout/process5"/>
    <dgm:cxn modelId="{6F54B0C1-63B6-41EB-B0C1-322662D17887}" type="presOf" srcId="{F15C9E12-2E14-4E38-B2E0-9D114C148596}" destId="{6FFDC005-4952-4F94-8AEF-5DE15C0457C9}" srcOrd="0" destOrd="0" presId="urn:microsoft.com/office/officeart/2005/8/layout/process5"/>
    <dgm:cxn modelId="{3D8ED5D5-7E40-4F43-B13B-90808F58146B}" type="presOf" srcId="{A8DFFED2-2C10-434E-AC06-94B324B3A4BB}" destId="{3D5D2280-AB25-4C09-9CB7-3E035CC72788}" srcOrd="1" destOrd="0" presId="urn:microsoft.com/office/officeart/2005/8/layout/process5"/>
    <dgm:cxn modelId="{297BF3DD-FA9E-4503-AB81-DB52494777CE}" type="presOf" srcId="{E3D72C99-D1BB-46CD-82EE-B9B60F35C30A}" destId="{36BECC3E-C1F8-4CA1-BEE8-69B04A4C272D}" srcOrd="0" destOrd="0" presId="urn:microsoft.com/office/officeart/2005/8/layout/process5"/>
    <dgm:cxn modelId="{7DC338DE-C3B9-4CDD-8986-396A85A707B7}" srcId="{DE9E96C6-D731-489B-AF1B-CB6179674BD4}" destId="{49465A55-6E3A-460D-88F4-6F1CD7EA10A3}" srcOrd="1" destOrd="0" parTransId="{45762132-BDA3-4DC2-9B69-AA2B74DFDFB1}" sibTransId="{E3D72C99-D1BB-46CD-82EE-B9B60F35C30A}"/>
    <dgm:cxn modelId="{2F8E1BE3-BE33-4120-A332-42DF9F6C65D5}" type="presOf" srcId="{D138958D-39CE-4AA5-8CED-FEE99D2A96F5}" destId="{01AFE417-49B6-4F82-BE77-114568FCA9D3}" srcOrd="0" destOrd="0" presId="urn:microsoft.com/office/officeart/2005/8/layout/process5"/>
    <dgm:cxn modelId="{EB95BEFE-135E-4AA9-8584-AAC09BBCE7EE}" type="presOf" srcId="{11D4B533-E4FB-459D-9EF7-1A691FD716FF}" destId="{D1BC1180-A2BA-4180-ACD0-10EF4B98E88F}" srcOrd="1" destOrd="0" presId="urn:microsoft.com/office/officeart/2005/8/layout/process5"/>
    <dgm:cxn modelId="{F72BA75F-8B2E-4A95-A6AD-819A5B8B2A25}" type="presParOf" srcId="{808A180E-B66C-48AE-A244-95AA98A63AC0}" destId="{0156BF18-083F-456B-9ED2-C2B64B2D0530}" srcOrd="0" destOrd="0" presId="urn:microsoft.com/office/officeart/2005/8/layout/process5"/>
    <dgm:cxn modelId="{C6CDE2FC-8797-4D59-85E4-B963A09BE3E3}" type="presParOf" srcId="{808A180E-B66C-48AE-A244-95AA98A63AC0}" destId="{FDC0031E-20A2-4C7E-A9FF-CEF53BE95F2F}" srcOrd="1" destOrd="0" presId="urn:microsoft.com/office/officeart/2005/8/layout/process5"/>
    <dgm:cxn modelId="{34F7A19F-0902-40BE-80B1-A3375A84C3ED}" type="presParOf" srcId="{FDC0031E-20A2-4C7E-A9FF-CEF53BE95F2F}" destId="{3D5D2280-AB25-4C09-9CB7-3E035CC72788}" srcOrd="0" destOrd="0" presId="urn:microsoft.com/office/officeart/2005/8/layout/process5"/>
    <dgm:cxn modelId="{48042D0E-6880-4C80-BC46-DBC1894CD190}" type="presParOf" srcId="{808A180E-B66C-48AE-A244-95AA98A63AC0}" destId="{64E7E4D3-BF26-4515-BC7E-2D5790AD6255}" srcOrd="2" destOrd="0" presId="urn:microsoft.com/office/officeart/2005/8/layout/process5"/>
    <dgm:cxn modelId="{60C0BAC4-46E5-494E-8774-D3D83D87DE3C}" type="presParOf" srcId="{808A180E-B66C-48AE-A244-95AA98A63AC0}" destId="{36BECC3E-C1F8-4CA1-BEE8-69B04A4C272D}" srcOrd="3" destOrd="0" presId="urn:microsoft.com/office/officeart/2005/8/layout/process5"/>
    <dgm:cxn modelId="{7170922A-F2BC-4829-BE56-D539B11FB50C}" type="presParOf" srcId="{36BECC3E-C1F8-4CA1-BEE8-69B04A4C272D}" destId="{E3FF2223-FAD2-44A1-9706-AA5B026B66BB}" srcOrd="0" destOrd="0" presId="urn:microsoft.com/office/officeart/2005/8/layout/process5"/>
    <dgm:cxn modelId="{1925FF6D-5A62-4322-8F9F-6E5857FEA93C}" type="presParOf" srcId="{808A180E-B66C-48AE-A244-95AA98A63AC0}" destId="{650927F8-F249-4725-8884-98C90A0E5719}" srcOrd="4" destOrd="0" presId="urn:microsoft.com/office/officeart/2005/8/layout/process5"/>
    <dgm:cxn modelId="{59EF61A3-FEC5-463D-A951-F07017FD8D20}" type="presParOf" srcId="{808A180E-B66C-48AE-A244-95AA98A63AC0}" destId="{3405021C-BCAC-4931-AAE0-2AA377E920DE}" srcOrd="5" destOrd="0" presId="urn:microsoft.com/office/officeart/2005/8/layout/process5"/>
    <dgm:cxn modelId="{8395D266-8069-444D-8682-3D13B272BF02}" type="presParOf" srcId="{3405021C-BCAC-4931-AAE0-2AA377E920DE}" destId="{D1BC1180-A2BA-4180-ACD0-10EF4B98E88F}" srcOrd="0" destOrd="0" presId="urn:microsoft.com/office/officeart/2005/8/layout/process5"/>
    <dgm:cxn modelId="{4BA0B278-28A5-4511-BDE9-07701916DACB}" type="presParOf" srcId="{808A180E-B66C-48AE-A244-95AA98A63AC0}" destId="{6FFDC005-4952-4F94-8AEF-5DE15C0457C9}" srcOrd="6" destOrd="0" presId="urn:microsoft.com/office/officeart/2005/8/layout/process5"/>
    <dgm:cxn modelId="{3EC65A26-163F-44C3-A4F8-44A470FAABBF}" type="presParOf" srcId="{808A180E-B66C-48AE-A244-95AA98A63AC0}" destId="{85B01CB3-6A20-42C9-8F40-61533903A279}" srcOrd="7" destOrd="0" presId="urn:microsoft.com/office/officeart/2005/8/layout/process5"/>
    <dgm:cxn modelId="{E50B70D7-78FA-4412-A8FC-D88A2B65FAED}" type="presParOf" srcId="{85B01CB3-6A20-42C9-8F40-61533903A279}" destId="{C9C333DD-4C8D-43C9-983B-8AFA0F93BDD9}" srcOrd="0" destOrd="0" presId="urn:microsoft.com/office/officeart/2005/8/layout/process5"/>
    <dgm:cxn modelId="{7002B745-B22B-410B-B3CB-77A9EB4010DD}" type="presParOf" srcId="{808A180E-B66C-48AE-A244-95AA98A63AC0}" destId="{974993CC-BDF7-4DC4-81F2-2576673644C8}" srcOrd="8" destOrd="0" presId="urn:microsoft.com/office/officeart/2005/8/layout/process5"/>
    <dgm:cxn modelId="{5D5FFF9E-E750-4EB4-9B15-86CFD2956B15}" type="presParOf" srcId="{808A180E-B66C-48AE-A244-95AA98A63AC0}" destId="{1B524341-B53F-4A7A-A01E-373F1A217C95}" srcOrd="9" destOrd="0" presId="urn:microsoft.com/office/officeart/2005/8/layout/process5"/>
    <dgm:cxn modelId="{C21EB799-B4CA-478C-96A6-5BFBACE09612}" type="presParOf" srcId="{1B524341-B53F-4A7A-A01E-373F1A217C95}" destId="{775D61D5-9FD5-4DEB-81A3-ED9508B5F067}" srcOrd="0" destOrd="0" presId="urn:microsoft.com/office/officeart/2005/8/layout/process5"/>
    <dgm:cxn modelId="{D5ECFB18-3F86-4B3A-B782-80179AFCB97B}" type="presParOf" srcId="{808A180E-B66C-48AE-A244-95AA98A63AC0}" destId="{01AFE417-49B6-4F82-BE77-114568FCA9D3}" srcOrd="10" destOrd="0" presId="urn:microsoft.com/office/officeart/2005/8/layout/process5"/>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156BF18-083F-456B-9ED2-C2B64B2D0530}">
      <dsp:nvSpPr>
        <dsp:cNvPr id="0" name=""/>
        <dsp:cNvSpPr/>
      </dsp:nvSpPr>
      <dsp:spPr>
        <a:xfrm>
          <a:off x="7143" y="1001183"/>
          <a:ext cx="2135187" cy="1281112"/>
        </a:xfrm>
        <a:prstGeom prst="roundRect">
          <a:avLst>
            <a:gd name="adj" fmla="val 10000"/>
          </a:avLst>
        </a:prstGeom>
        <a:solidFill>
          <a:schemeClr val="l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de-DE" sz="2100" kern="1200" dirty="0"/>
            <a:t>pick 3 </a:t>
          </a:r>
          <a:r>
            <a:rPr lang="de-DE" sz="2100" kern="1200" dirty="0" err="1"/>
            <a:t>random</a:t>
          </a:r>
          <a:r>
            <a:rPr lang="de-DE" sz="2100" kern="1200" dirty="0"/>
            <a:t> Points</a:t>
          </a:r>
          <a:endParaRPr lang="en-US" sz="2100" kern="1200" dirty="0"/>
        </a:p>
      </dsp:txBody>
      <dsp:txXfrm>
        <a:off x="44665" y="1038705"/>
        <a:ext cx="2060143" cy="1206068"/>
      </dsp:txXfrm>
    </dsp:sp>
    <dsp:sp modelId="{FDC0031E-20A2-4C7E-A9FF-CEF53BE95F2F}">
      <dsp:nvSpPr>
        <dsp:cNvPr id="0" name=""/>
        <dsp:cNvSpPr/>
      </dsp:nvSpPr>
      <dsp:spPr>
        <a:xfrm>
          <a:off x="2330227" y="1376976"/>
          <a:ext cx="452659" cy="529526"/>
        </a:xfrm>
        <a:prstGeom prst="rightArrow">
          <a:avLst>
            <a:gd name="adj1" fmla="val 60000"/>
            <a:gd name="adj2" fmla="val 50000"/>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r>
            <a:rPr lang="en-US" sz="1700" kern="1200"/>
            <a:t>1</a:t>
          </a:r>
        </a:p>
      </dsp:txBody>
      <dsp:txXfrm>
        <a:off x="2330227" y="1482881"/>
        <a:ext cx="316861" cy="317716"/>
      </dsp:txXfrm>
    </dsp:sp>
    <dsp:sp modelId="{64E7E4D3-BF26-4515-BC7E-2D5790AD6255}">
      <dsp:nvSpPr>
        <dsp:cNvPr id="0" name=""/>
        <dsp:cNvSpPr/>
      </dsp:nvSpPr>
      <dsp:spPr>
        <a:xfrm>
          <a:off x="2996406" y="1001183"/>
          <a:ext cx="2135187" cy="1281112"/>
        </a:xfrm>
        <a:prstGeom prst="roundRect">
          <a:avLst>
            <a:gd name="adj" fmla="val 10000"/>
          </a:avLst>
        </a:prstGeom>
        <a:solidFill>
          <a:schemeClr val="l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de-DE" sz="2100" kern="1200" dirty="0" err="1"/>
            <a:t>estimate</a:t>
          </a:r>
          <a:r>
            <a:rPr lang="de-DE" sz="2100" kern="1200" dirty="0"/>
            <a:t> 1. plane </a:t>
          </a:r>
          <a:r>
            <a:rPr lang="de-DE" sz="2100" kern="1200" dirty="0" err="1"/>
            <a:t>with</a:t>
          </a:r>
          <a:r>
            <a:rPr lang="de-DE" sz="2100" kern="1200" dirty="0"/>
            <a:t> </a:t>
          </a:r>
          <a:r>
            <a:rPr lang="de-DE" sz="2100" kern="1200" dirty="0" err="1"/>
            <a:t>sufficient</a:t>
          </a:r>
          <a:r>
            <a:rPr lang="de-DE" sz="2100" kern="1200" dirty="0"/>
            <a:t> </a:t>
          </a:r>
          <a:r>
            <a:rPr lang="de-DE" sz="2100" kern="1200" dirty="0" err="1"/>
            <a:t>inliers</a:t>
          </a:r>
          <a:endParaRPr lang="en-US" sz="2100" kern="1200" dirty="0"/>
        </a:p>
      </dsp:txBody>
      <dsp:txXfrm>
        <a:off x="3033928" y="1038705"/>
        <a:ext cx="2060143" cy="1206068"/>
      </dsp:txXfrm>
    </dsp:sp>
    <dsp:sp modelId="{36BECC3E-C1F8-4CA1-BEE8-69B04A4C272D}">
      <dsp:nvSpPr>
        <dsp:cNvPr id="0" name=""/>
        <dsp:cNvSpPr/>
      </dsp:nvSpPr>
      <dsp:spPr>
        <a:xfrm>
          <a:off x="5319490" y="1376976"/>
          <a:ext cx="452659" cy="529526"/>
        </a:xfrm>
        <a:prstGeom prst="rightArrow">
          <a:avLst>
            <a:gd name="adj1" fmla="val 60000"/>
            <a:gd name="adj2" fmla="val 50000"/>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r>
            <a:rPr lang="en-US" sz="1700" kern="1200"/>
            <a:t>2</a:t>
          </a:r>
        </a:p>
      </dsp:txBody>
      <dsp:txXfrm>
        <a:off x="5319490" y="1482881"/>
        <a:ext cx="316861" cy="317716"/>
      </dsp:txXfrm>
    </dsp:sp>
    <dsp:sp modelId="{650927F8-F249-4725-8884-98C90A0E5719}">
      <dsp:nvSpPr>
        <dsp:cNvPr id="0" name=""/>
        <dsp:cNvSpPr/>
      </dsp:nvSpPr>
      <dsp:spPr>
        <a:xfrm>
          <a:off x="5985668" y="1001183"/>
          <a:ext cx="2135187" cy="1281112"/>
        </a:xfrm>
        <a:prstGeom prst="roundRect">
          <a:avLst>
            <a:gd name="adj" fmla="val 10000"/>
          </a:avLst>
        </a:prstGeom>
        <a:solidFill>
          <a:schemeClr val="l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de-DE" sz="2100" kern="1200" dirty="0" err="1"/>
            <a:t>estimate</a:t>
          </a:r>
          <a:r>
            <a:rPr lang="de-DE" sz="2100" kern="1200" dirty="0"/>
            <a:t> 2. plane (</a:t>
          </a:r>
          <a:r>
            <a:rPr lang="de-DE" sz="2100" kern="1200" dirty="0" err="1"/>
            <a:t>perpendicular</a:t>
          </a:r>
          <a:r>
            <a:rPr lang="de-DE" sz="2100" kern="1200" dirty="0"/>
            <a:t> to 1. plane)</a:t>
          </a:r>
          <a:endParaRPr lang="en-US" sz="2100" kern="1200" dirty="0"/>
        </a:p>
      </dsp:txBody>
      <dsp:txXfrm>
        <a:off x="6023190" y="1038705"/>
        <a:ext cx="2060143" cy="1206068"/>
      </dsp:txXfrm>
    </dsp:sp>
    <dsp:sp modelId="{3405021C-BCAC-4931-AAE0-2AA377E920DE}">
      <dsp:nvSpPr>
        <dsp:cNvPr id="0" name=""/>
        <dsp:cNvSpPr/>
      </dsp:nvSpPr>
      <dsp:spPr>
        <a:xfrm rot="5400000">
          <a:off x="6826932" y="2431759"/>
          <a:ext cx="452659" cy="529526"/>
        </a:xfrm>
        <a:prstGeom prst="rightArrow">
          <a:avLst>
            <a:gd name="adj1" fmla="val 60000"/>
            <a:gd name="adj2" fmla="val 50000"/>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r>
            <a:rPr lang="en-US" sz="1700" kern="1200"/>
            <a:t>3</a:t>
          </a:r>
        </a:p>
      </dsp:txBody>
      <dsp:txXfrm rot="-5400000">
        <a:off x="6894404" y="2470192"/>
        <a:ext cx="317716" cy="316861"/>
      </dsp:txXfrm>
    </dsp:sp>
    <dsp:sp modelId="{6FFDC005-4952-4F94-8AEF-5DE15C0457C9}">
      <dsp:nvSpPr>
        <dsp:cNvPr id="0" name=""/>
        <dsp:cNvSpPr/>
      </dsp:nvSpPr>
      <dsp:spPr>
        <a:xfrm>
          <a:off x="5985668" y="3136371"/>
          <a:ext cx="2135187" cy="1281112"/>
        </a:xfrm>
        <a:prstGeom prst="roundRect">
          <a:avLst>
            <a:gd name="adj" fmla="val 10000"/>
          </a:avLst>
        </a:prstGeom>
        <a:solidFill>
          <a:schemeClr val="l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de-DE" sz="2100" kern="1200" dirty="0" err="1"/>
            <a:t>calculate</a:t>
          </a:r>
          <a:r>
            <a:rPr lang="de-DE" sz="2100" kern="1200" dirty="0"/>
            <a:t> 3. plane</a:t>
          </a:r>
          <a:endParaRPr lang="en-US" sz="2100" kern="1200" dirty="0"/>
        </a:p>
      </dsp:txBody>
      <dsp:txXfrm>
        <a:off x="6023190" y="3173893"/>
        <a:ext cx="2060143" cy="1206068"/>
      </dsp:txXfrm>
    </dsp:sp>
    <dsp:sp modelId="{85B01CB3-6A20-42C9-8F40-61533903A279}">
      <dsp:nvSpPr>
        <dsp:cNvPr id="0" name=""/>
        <dsp:cNvSpPr/>
      </dsp:nvSpPr>
      <dsp:spPr>
        <a:xfrm rot="10800000">
          <a:off x="5345112" y="3512163"/>
          <a:ext cx="452659" cy="529526"/>
        </a:xfrm>
        <a:prstGeom prst="rightArrow">
          <a:avLst>
            <a:gd name="adj1" fmla="val 60000"/>
            <a:gd name="adj2" fmla="val 50000"/>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r>
            <a:rPr lang="en-US" sz="1700" kern="1200"/>
            <a:t>4</a:t>
          </a:r>
        </a:p>
      </dsp:txBody>
      <dsp:txXfrm rot="10800000">
        <a:off x="5480910" y="3618068"/>
        <a:ext cx="316861" cy="317716"/>
      </dsp:txXfrm>
    </dsp:sp>
    <dsp:sp modelId="{974993CC-BDF7-4DC4-81F2-2576673644C8}">
      <dsp:nvSpPr>
        <dsp:cNvPr id="0" name=""/>
        <dsp:cNvSpPr/>
      </dsp:nvSpPr>
      <dsp:spPr>
        <a:xfrm>
          <a:off x="2996406" y="3136370"/>
          <a:ext cx="2135187" cy="1281112"/>
        </a:xfrm>
        <a:prstGeom prst="roundRect">
          <a:avLst>
            <a:gd name="adj" fmla="val 10000"/>
          </a:avLst>
        </a:prstGeom>
        <a:solidFill>
          <a:schemeClr val="l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de-DE" sz="2100" kern="1200" dirty="0" err="1"/>
            <a:t>select</a:t>
          </a:r>
          <a:r>
            <a:rPr lang="de-DE" sz="2100" kern="1200" dirty="0"/>
            <a:t> box </a:t>
          </a:r>
          <a:r>
            <a:rPr lang="de-DE" sz="2100" kern="1200" dirty="0" err="1"/>
            <a:t>dimension</a:t>
          </a:r>
          <a:r>
            <a:rPr lang="de-DE" sz="2100" kern="1200" dirty="0"/>
            <a:t> out of </a:t>
          </a:r>
          <a:r>
            <a:rPr lang="de-DE" sz="2100" kern="1200" dirty="0" err="1"/>
            <a:t>pointcloud</a:t>
          </a:r>
          <a:endParaRPr lang="en-US" sz="2100" kern="1200" dirty="0"/>
        </a:p>
      </dsp:txBody>
      <dsp:txXfrm>
        <a:off x="3033928" y="3173892"/>
        <a:ext cx="2060143" cy="1206068"/>
      </dsp:txXfrm>
    </dsp:sp>
    <dsp:sp modelId="{1B524341-B53F-4A7A-A01E-373F1A217C95}">
      <dsp:nvSpPr>
        <dsp:cNvPr id="0" name=""/>
        <dsp:cNvSpPr/>
      </dsp:nvSpPr>
      <dsp:spPr>
        <a:xfrm rot="10800000">
          <a:off x="2355850" y="3512163"/>
          <a:ext cx="452659" cy="529526"/>
        </a:xfrm>
        <a:prstGeom prst="rightArrow">
          <a:avLst>
            <a:gd name="adj1" fmla="val 60000"/>
            <a:gd name="adj2" fmla="val 50000"/>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r>
            <a:rPr lang="en-US" sz="1700" kern="1200"/>
            <a:t>5</a:t>
          </a:r>
        </a:p>
      </dsp:txBody>
      <dsp:txXfrm rot="10800000">
        <a:off x="2491648" y="3618068"/>
        <a:ext cx="316861" cy="317716"/>
      </dsp:txXfrm>
    </dsp:sp>
    <dsp:sp modelId="{01AFE417-49B6-4F82-BE77-114568FCA9D3}">
      <dsp:nvSpPr>
        <dsp:cNvPr id="0" name=""/>
        <dsp:cNvSpPr/>
      </dsp:nvSpPr>
      <dsp:spPr>
        <a:xfrm>
          <a:off x="7143" y="3136370"/>
          <a:ext cx="2135187" cy="1281112"/>
        </a:xfrm>
        <a:prstGeom prst="roundRect">
          <a:avLst>
            <a:gd name="adj" fmla="val 10000"/>
          </a:avLst>
        </a:prstGeom>
        <a:solidFill>
          <a:schemeClr val="l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de-DE" sz="2100" kern="1200" dirty="0" err="1"/>
            <a:t>get</a:t>
          </a:r>
          <a:r>
            <a:rPr lang="de-DE" sz="2100" kern="1200" dirty="0"/>
            <a:t> </a:t>
          </a:r>
          <a:r>
            <a:rPr lang="de-DE" sz="2100" kern="1200" dirty="0" err="1"/>
            <a:t>center</a:t>
          </a:r>
          <a:r>
            <a:rPr lang="de-DE" sz="2100" kern="1200" dirty="0"/>
            <a:t> out of </a:t>
          </a:r>
          <a:r>
            <a:rPr lang="de-DE" sz="2100" kern="1200" dirty="0" err="1"/>
            <a:t>dimensions</a:t>
          </a:r>
          <a:endParaRPr lang="en-US" sz="2100" kern="1200" dirty="0"/>
        </a:p>
      </dsp:txBody>
      <dsp:txXfrm>
        <a:off x="44665" y="3173892"/>
        <a:ext cx="2060143" cy="1206068"/>
      </dsp:txXfrm>
    </dsp:sp>
  </dsp:spTree>
</dsp:drawing>
</file>

<file path=ppt/diagrams/layout1.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En blanco">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dt" idx="1"/>
          </p:nvPr>
        </p:nvSpPr>
        <p:spPr>
          <a:xfrm>
            <a:off x="838080" y="6356520"/>
            <a:ext cx="2742480" cy="36432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s-ES" sz="1200" b="0" u="none" strike="noStrike">
                <a:solidFill>
                  <a:schemeClr val="dk1">
                    <a:tint val="75000"/>
                  </a:schemeClr>
                </a:solidFill>
                <a:effectLst/>
                <a:uFillTx/>
                <a:latin typeface="Calibri"/>
              </a:defRPr>
            </a:lvl1pPr>
          </a:lstStyle>
          <a:p>
            <a:pPr indent="0" algn="l" defTabSz="914400">
              <a:lnSpc>
                <a:spcPct val="100000"/>
              </a:lnSpc>
              <a:buNone/>
              <a:tabLst>
                <a:tab pos="0" algn="l"/>
              </a:tabLst>
            </a:pPr>
            <a:r>
              <a:rPr lang="es-E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3" name="PlaceHolder 2"/>
          <p:cNvSpPr>
            <a:spLocks noGrp="1"/>
          </p:cNvSpPr>
          <p:nvPr>
            <p:ph type="ftr" idx="2"/>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p>
        </p:txBody>
      </p:sp>
      <p:sp>
        <p:nvSpPr>
          <p:cNvPr id="4" name="PlaceHolder 3"/>
          <p:cNvSpPr>
            <a:spLocks noGrp="1"/>
          </p:cNvSpPr>
          <p:nvPr>
            <p:ph type="sldNum" idx="3"/>
          </p:nvPr>
        </p:nvSpPr>
        <p:spPr>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ES"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9D658D1A-E751-4AE0-8BF0-193D304D6C9C}" type="slidenum">
              <a:rPr lang="es-ES" sz="1200" b="0" u="none" strike="noStrike">
                <a:solidFill>
                  <a:schemeClr val="dk1">
                    <a:tint val="75000"/>
                  </a:schemeClr>
                </a:solidFill>
                <a:effectLst/>
                <a:uFillTx/>
                <a:latin typeface="Calibri"/>
              </a:rPr>
              <a:t>‹Nr.›</a:t>
            </a:fld>
            <a:endParaRPr lang="en-US" sz="1200" b="0" u="none" strike="noStrike">
              <a:solidFill>
                <a:srgbClr val="000000"/>
              </a:solidFill>
              <a:effectLst/>
              <a:uFillTx/>
              <a:latin typeface="Times New Roman"/>
            </a:endParaRPr>
          </a:p>
        </p:txBody>
      </p:sp>
      <p:sp>
        <p:nvSpPr>
          <p:cNvPr id="5" name="PlaceHolder 4"/>
          <p:cNvSpPr>
            <a:spLocks noGrp="1"/>
          </p:cNvSpPr>
          <p:nvPr>
            <p:ph type="title"/>
          </p:nvPr>
        </p:nvSpPr>
        <p:spPr>
          <a:xfrm>
            <a:off x="609480" y="273600"/>
            <a:ext cx="10972080" cy="1144440"/>
          </a:xfrm>
          <a:prstGeom prst="rect">
            <a:avLst/>
          </a:prstGeom>
          <a:noFill/>
          <a:ln w="0">
            <a:noFill/>
          </a:ln>
        </p:spPr>
        <p:txBody>
          <a:bodyPr lIns="0" tIns="0" rIns="0" bIns="0" anchor="ctr">
            <a:noAutofit/>
          </a:bodyPr>
          <a:lstStyle>
            <a:lvl1pPr indent="0" algn="l" defTabSz="914400">
              <a:lnSpc>
                <a:spcPct val="90000"/>
              </a:lnSpc>
              <a:buNone/>
              <a:tabLst>
                <a:tab pos="0" algn="l"/>
              </a:tabLst>
              <a:defRPr lang="es-ES" sz="4400" b="0" u="none" strike="noStrike">
                <a:solidFill>
                  <a:schemeClr val="dk1"/>
                </a:solidFill>
                <a:effectLst/>
                <a:uFillTx/>
                <a:latin typeface="Calibri Light"/>
              </a:defRPr>
            </a:lvl1pPr>
          </a:lstStyle>
          <a:p>
            <a:pPr indent="0" algn="l" defTabSz="914400">
              <a:lnSpc>
                <a:spcPct val="90000"/>
              </a:lnSpc>
              <a:buNone/>
              <a:tabLst>
                <a:tab pos="0" algn="l"/>
              </a:tabLst>
            </a:pPr>
            <a:r>
              <a:rPr lang="es-ES" sz="4400" b="0" u="none" strike="noStrike">
                <a:solidFill>
                  <a:schemeClr val="dk1"/>
                </a:solidFill>
                <a:effectLst/>
                <a:uFillTx/>
                <a:latin typeface="Calibri Light"/>
              </a:rPr>
              <a:t>Click to edit the title text format</a:t>
            </a:r>
          </a:p>
        </p:txBody>
      </p:sp>
      <p:sp>
        <p:nvSpPr>
          <p:cNvPr id="6" name="PlaceHolder 5"/>
          <p:cNvSpPr>
            <a:spLocks noGrp="1"/>
          </p:cNvSpPr>
          <p:nvPr>
            <p:ph type="body"/>
          </p:nvPr>
        </p:nvSpPr>
        <p:spPr>
          <a:xfrm>
            <a:off x="609480" y="1604520"/>
            <a:ext cx="10972080" cy="3976920"/>
          </a:xfrm>
          <a:prstGeom prst="rect">
            <a:avLst/>
          </a:prstGeom>
          <a:noFill/>
          <a:ln w="0">
            <a:noFill/>
          </a:ln>
        </p:spPr>
        <p:txBody>
          <a:bodyPr lIns="0" tIns="0" rIns="0" bIns="0" anchor="t">
            <a:normAutofit/>
          </a:bodyPr>
          <a:lstStyle>
            <a:lvl1pPr algn="l" defTabSz="914400">
              <a:lnSpc>
                <a:spcPct val="90000"/>
              </a:lnSpc>
              <a:spcBef>
                <a:spcPts val="1001"/>
              </a:spcBef>
              <a:buClr>
                <a:srgbClr val="000000"/>
              </a:buClr>
              <a:buFont typeface="Arial"/>
              <a:buChar char="•"/>
              <a:defRPr lang="es-ES" sz="2800" b="0" u="none" strike="noStrike">
                <a:solidFill>
                  <a:schemeClr val="dk1"/>
                </a:solidFill>
                <a:effectLst/>
                <a:uFillTx/>
                <a:latin typeface="Calibri"/>
              </a:defRPr>
            </a:lvl1pPr>
            <a:lvl2pPr lvl="1" algn="l" defTabSz="914400">
              <a:lnSpc>
                <a:spcPct val="90000"/>
              </a:lnSpc>
              <a:spcBef>
                <a:spcPts val="499"/>
              </a:spcBef>
              <a:buClr>
                <a:srgbClr val="000000"/>
              </a:buClr>
              <a:buSzPct val="75000"/>
              <a:buFont typeface="Symbol" charset="2"/>
              <a:buChar char=""/>
              <a:defRPr lang="es-ES" sz="2400" b="0" u="none" strike="noStrike">
                <a:solidFill>
                  <a:schemeClr val="dk1"/>
                </a:solidFill>
                <a:effectLst/>
                <a:uFillTx/>
                <a:latin typeface="Calibri"/>
              </a:defRPr>
            </a:lvl2pPr>
            <a:lvl3pPr lvl="2" algn="l" defTabSz="914400">
              <a:lnSpc>
                <a:spcPct val="90000"/>
              </a:lnSpc>
              <a:spcBef>
                <a:spcPts val="499"/>
              </a:spcBef>
              <a:buClr>
                <a:srgbClr val="000000"/>
              </a:buClr>
              <a:buSzPct val="45000"/>
              <a:buFont typeface="Wingdings" charset="2"/>
              <a:buChar char=""/>
              <a:defRPr lang="es-ES" sz="2000" b="0" u="none" strike="noStrike">
                <a:solidFill>
                  <a:schemeClr val="dk1"/>
                </a:solidFill>
                <a:effectLst/>
                <a:uFillTx/>
                <a:latin typeface="Calibri"/>
              </a:defRPr>
            </a:lvl3pPr>
            <a:lvl4pPr lvl="3" algn="l" defTabSz="914400">
              <a:lnSpc>
                <a:spcPct val="90000"/>
              </a:lnSpc>
              <a:spcBef>
                <a:spcPts val="499"/>
              </a:spcBef>
              <a:buClr>
                <a:srgbClr val="000000"/>
              </a:buClr>
              <a:buSzPct val="75000"/>
              <a:buFont typeface="Symbol" charset="2"/>
              <a:buChar char=""/>
              <a:defRPr lang="es-ES" sz="1800" b="0" u="none" strike="noStrike">
                <a:solidFill>
                  <a:schemeClr val="dk1"/>
                </a:solidFill>
                <a:effectLst/>
                <a:uFillTx/>
                <a:latin typeface="Calibri"/>
              </a:defRPr>
            </a:lvl4pPr>
            <a:lvl5pPr lvl="4" algn="l" defTabSz="914400">
              <a:lnSpc>
                <a:spcPct val="90000"/>
              </a:lnSpc>
              <a:spcBef>
                <a:spcPts val="499"/>
              </a:spcBef>
              <a:buClr>
                <a:srgbClr val="000000"/>
              </a:buClr>
              <a:buSzPct val="45000"/>
              <a:buFont typeface="Wingdings" charset="2"/>
              <a:buChar char=""/>
              <a:defRPr lang="es-ES" sz="1800" b="0" u="none" strike="noStrike">
                <a:solidFill>
                  <a:schemeClr val="dk1"/>
                </a:solidFill>
                <a:effectLst/>
                <a:uFillTx/>
                <a:latin typeface="Calibri"/>
              </a:defRPr>
            </a:lvl5pPr>
            <a:lvl6pPr lvl="5" algn="l" defTabSz="914400">
              <a:lnSpc>
                <a:spcPct val="90000"/>
              </a:lnSpc>
              <a:spcBef>
                <a:spcPts val="283"/>
              </a:spcBef>
              <a:buClr>
                <a:srgbClr val="000000"/>
              </a:buClr>
              <a:buSzPct val="45000"/>
              <a:buFont typeface="Wingdings" charset="2"/>
              <a:buChar char=""/>
              <a:defRPr lang="es-ES" sz="2000" b="0" u="none" strike="noStrike">
                <a:solidFill>
                  <a:schemeClr val="dk1"/>
                </a:solidFill>
                <a:effectLst/>
                <a:uFillTx/>
                <a:latin typeface="Calibri"/>
              </a:defRPr>
            </a:lvl6pPr>
            <a:lvl7pPr lvl="6" algn="l" defTabSz="914400">
              <a:lnSpc>
                <a:spcPct val="90000"/>
              </a:lnSpc>
              <a:spcBef>
                <a:spcPts val="283"/>
              </a:spcBef>
              <a:buClr>
                <a:srgbClr val="000000"/>
              </a:buClr>
              <a:buSzPct val="45000"/>
              <a:buFont typeface="Wingdings" charset="2"/>
              <a:buChar char=""/>
              <a:defRPr lang="es-ES" sz="2000" b="0" u="none" strike="noStrike">
                <a:solidFill>
                  <a:schemeClr val="dk1"/>
                </a:solidFill>
                <a:effectLst/>
                <a:uFillTx/>
                <a:latin typeface="Calibri"/>
              </a:defRPr>
            </a:lvl7pPr>
          </a:lstStyle>
          <a:p>
            <a:pPr marL="228600" indent="-228600" algn="l" defTabSz="914400">
              <a:lnSpc>
                <a:spcPct val="90000"/>
              </a:lnSpc>
              <a:spcBef>
                <a:spcPts val="1001"/>
              </a:spcBef>
              <a:buClr>
                <a:srgbClr val="000000"/>
              </a:buClr>
              <a:buFont typeface="Arial"/>
              <a:buChar char="•"/>
            </a:pPr>
            <a:r>
              <a:rPr lang="es-ES" sz="2800" b="0" u="none" strike="noStrike">
                <a:solidFill>
                  <a:schemeClr val="dk1"/>
                </a:solidFill>
                <a:effectLst/>
                <a:uFillTx/>
                <a:latin typeface="Calibri"/>
              </a:rPr>
              <a:t>Click to edit the outline text format</a:t>
            </a:r>
          </a:p>
          <a:p>
            <a:pPr marL="864000" lvl="1" indent="-324000" algn="l" defTabSz="914400">
              <a:lnSpc>
                <a:spcPct val="90000"/>
              </a:lnSpc>
              <a:spcBef>
                <a:spcPts val="499"/>
              </a:spcBef>
              <a:buClr>
                <a:srgbClr val="000000"/>
              </a:buClr>
              <a:buSzPct val="75000"/>
              <a:buFont typeface="Symbol" charset="2"/>
              <a:buChar char=""/>
            </a:pPr>
            <a:r>
              <a:rPr lang="es-ES" sz="2400" b="0" u="none" strike="noStrike">
                <a:solidFill>
                  <a:schemeClr val="dk1"/>
                </a:solidFill>
                <a:effectLst/>
                <a:uFillTx/>
                <a:latin typeface="Calibri"/>
              </a:rPr>
              <a:t>Second Outline Level</a:t>
            </a:r>
          </a:p>
          <a:p>
            <a:pPr marL="1296000" lvl="2" indent="-288000" algn="l" defTabSz="914400">
              <a:lnSpc>
                <a:spcPct val="90000"/>
              </a:lnSpc>
              <a:spcBef>
                <a:spcPts val="499"/>
              </a:spcBef>
              <a:buClr>
                <a:srgbClr val="000000"/>
              </a:buClr>
              <a:buSzPct val="45000"/>
              <a:buFont typeface="Wingdings" charset="2"/>
              <a:buChar char=""/>
            </a:pPr>
            <a:r>
              <a:rPr lang="es-ES" sz="2000" b="0" u="none" strike="noStrike">
                <a:solidFill>
                  <a:schemeClr val="dk1"/>
                </a:solidFill>
                <a:effectLst/>
                <a:uFillTx/>
                <a:latin typeface="Calibri"/>
              </a:rPr>
              <a:t>Third Outline Level</a:t>
            </a:r>
          </a:p>
          <a:p>
            <a:pPr marL="1728000" lvl="3" indent="-216000" algn="l" defTabSz="914400">
              <a:lnSpc>
                <a:spcPct val="90000"/>
              </a:lnSpc>
              <a:spcBef>
                <a:spcPts val="499"/>
              </a:spcBef>
              <a:buClr>
                <a:srgbClr val="000000"/>
              </a:buClr>
              <a:buSzPct val="75000"/>
              <a:buFont typeface="Symbol" charset="2"/>
              <a:buChar char=""/>
            </a:pPr>
            <a:r>
              <a:rPr lang="es-ES" sz="1800" b="0" u="none" strike="noStrike">
                <a:solidFill>
                  <a:schemeClr val="dk1"/>
                </a:solidFill>
                <a:effectLst/>
                <a:uFillTx/>
                <a:latin typeface="Calibri"/>
              </a:rPr>
              <a:t>Fourth Outline Level</a:t>
            </a:r>
          </a:p>
          <a:p>
            <a:pPr marL="2160000" lvl="4" indent="-216000" algn="l" defTabSz="914400">
              <a:lnSpc>
                <a:spcPct val="90000"/>
              </a:lnSpc>
              <a:spcBef>
                <a:spcPts val="499"/>
              </a:spcBef>
              <a:buClr>
                <a:srgbClr val="000000"/>
              </a:buClr>
              <a:buSzPct val="45000"/>
              <a:buFont typeface="Wingdings" charset="2"/>
              <a:buChar char=""/>
            </a:pPr>
            <a:r>
              <a:rPr lang="es-ES" sz="1800" b="0" u="none" strike="noStrike">
                <a:solidFill>
                  <a:schemeClr val="dk1"/>
                </a:solidFill>
                <a:effectLst/>
                <a:uFillTx/>
                <a:latin typeface="Calibri"/>
              </a:rPr>
              <a:t>Fifth Outline Level</a:t>
            </a:r>
          </a:p>
          <a:p>
            <a:pPr marL="2592000" lvl="5" indent="-216000" algn="l" defTabSz="914400">
              <a:lnSpc>
                <a:spcPct val="90000"/>
              </a:lnSpc>
              <a:spcBef>
                <a:spcPts val="283"/>
              </a:spcBef>
              <a:buClr>
                <a:srgbClr val="000000"/>
              </a:buClr>
              <a:buSzPct val="45000"/>
              <a:buFont typeface="Wingdings" charset="2"/>
              <a:buChar char=""/>
            </a:pPr>
            <a:r>
              <a:rPr lang="es-ES" sz="2000" b="0" u="none" strike="noStrike">
                <a:solidFill>
                  <a:schemeClr val="dk1"/>
                </a:solidFill>
                <a:effectLst/>
                <a:uFillTx/>
                <a:latin typeface="Calibri"/>
              </a:rPr>
              <a:t>Sixth Outline Level</a:t>
            </a:r>
          </a:p>
          <a:p>
            <a:pPr marL="3024000" lvl="6" indent="-216000" algn="l" defTabSz="914400">
              <a:lnSpc>
                <a:spcPct val="90000"/>
              </a:lnSpc>
              <a:spcBef>
                <a:spcPts val="283"/>
              </a:spcBef>
              <a:buClr>
                <a:srgbClr val="000000"/>
              </a:buClr>
              <a:buSzPct val="45000"/>
              <a:buFont typeface="Wingdings" charset="2"/>
              <a:buChar char=""/>
            </a:pPr>
            <a:r>
              <a:rPr lang="es-ES" sz="2000" b="0" u="none" strike="noStrike">
                <a:solidFill>
                  <a:schemeClr val="dk1"/>
                </a:solidFill>
                <a:effectLst/>
                <a:uFillTx/>
                <a:latin typeface="Calibri"/>
              </a:rPr>
              <a:t>Seventh Outline Level</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Contenido con título">
    <p:bg>
      <p:bgPr>
        <a:solidFill>
          <a:srgbClr val="FFFFFF"/>
        </a:solidFill>
        <a:effectLst/>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839880" y="457200"/>
            <a:ext cx="3931560" cy="1599480"/>
          </a:xfrm>
          <a:prstGeom prst="rect">
            <a:avLst/>
          </a:prstGeom>
          <a:noFill/>
          <a:ln w="0">
            <a:noFill/>
          </a:ln>
        </p:spPr>
        <p:txBody>
          <a:bodyPr lIns="91440" tIns="45720" rIns="91440" bIns="45720" anchor="b">
            <a:noAutofit/>
          </a:bodyPr>
          <a:lstStyle>
            <a:lvl1pPr indent="0" algn="l" defTabSz="914400">
              <a:lnSpc>
                <a:spcPct val="90000"/>
              </a:lnSpc>
              <a:buNone/>
              <a:tabLst>
                <a:tab pos="0" algn="l"/>
              </a:tabLst>
              <a:defRPr lang="es-ES" sz="3200" b="0" u="none" strike="noStrike">
                <a:solidFill>
                  <a:schemeClr val="dk1"/>
                </a:solidFill>
                <a:effectLst/>
                <a:uFillTx/>
                <a:latin typeface="Calibri Light"/>
              </a:defRPr>
            </a:lvl1pPr>
          </a:lstStyle>
          <a:p>
            <a:pPr indent="0" algn="l" defTabSz="914400">
              <a:lnSpc>
                <a:spcPct val="90000"/>
              </a:lnSpc>
              <a:buNone/>
              <a:tabLst>
                <a:tab pos="0" algn="l"/>
              </a:tabLst>
            </a:pPr>
            <a:r>
              <a:rPr lang="es-ES" sz="3200" b="0" u="none" strike="noStrike">
                <a:solidFill>
                  <a:schemeClr val="dk1"/>
                </a:solidFill>
                <a:effectLst/>
                <a:uFillTx/>
                <a:latin typeface="Calibri Light"/>
              </a:rPr>
              <a:t>Haga clic para modificar el estilo de título del patrón</a:t>
            </a:r>
          </a:p>
        </p:txBody>
      </p:sp>
      <p:sp>
        <p:nvSpPr>
          <p:cNvPr id="8" name="PlaceHolder 2"/>
          <p:cNvSpPr>
            <a:spLocks noGrp="1"/>
          </p:cNvSpPr>
          <p:nvPr>
            <p:ph type="body"/>
          </p:nvPr>
        </p:nvSpPr>
        <p:spPr>
          <a:xfrm>
            <a:off x="5183280" y="987480"/>
            <a:ext cx="6171480" cy="487296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es-ES" sz="32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defRPr lang="es-ES" sz="28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defRPr lang="es-ES" sz="24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defRPr lang="es-ES" sz="20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defRPr lang="es-ES" sz="20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pPr>
            <a:r>
              <a:rPr lang="es-ES" sz="3200" b="0" u="none" strike="noStrike">
                <a:solidFill>
                  <a:schemeClr val="dk1"/>
                </a:solidFill>
                <a:effectLst/>
                <a:uFillTx/>
                <a:latin typeface="Calibri"/>
              </a:rPr>
              <a:t>Haga clic para modificar los estilos de texto del patrón</a:t>
            </a:r>
          </a:p>
          <a:p>
            <a:pPr marL="685800" lvl="1" indent="-228600" algn="l" defTabSz="914400">
              <a:lnSpc>
                <a:spcPct val="90000"/>
              </a:lnSpc>
              <a:spcBef>
                <a:spcPts val="499"/>
              </a:spcBef>
              <a:buClr>
                <a:srgbClr val="000000"/>
              </a:buClr>
              <a:buFont typeface="Arial"/>
              <a:buChar char="•"/>
            </a:pPr>
            <a:r>
              <a:rPr lang="es-ES" sz="2800" b="0" u="none" strike="noStrike">
                <a:solidFill>
                  <a:schemeClr val="dk1"/>
                </a:solidFill>
                <a:effectLst/>
                <a:uFillTx/>
                <a:latin typeface="Calibri"/>
              </a:rPr>
              <a:t>Segundo nivel</a:t>
            </a:r>
          </a:p>
          <a:p>
            <a:pPr marL="1143000" lvl="2" indent="-228600" algn="l" defTabSz="914400">
              <a:lnSpc>
                <a:spcPct val="90000"/>
              </a:lnSpc>
              <a:spcBef>
                <a:spcPts val="499"/>
              </a:spcBef>
              <a:buClr>
                <a:srgbClr val="000000"/>
              </a:buClr>
              <a:buFont typeface="Arial"/>
              <a:buChar char="•"/>
            </a:pPr>
            <a:r>
              <a:rPr lang="es-ES" sz="2400" b="0" u="none" strike="noStrike">
                <a:solidFill>
                  <a:schemeClr val="dk1"/>
                </a:solidFill>
                <a:effectLst/>
                <a:uFillTx/>
                <a:latin typeface="Calibri"/>
              </a:rPr>
              <a:t>Tercer nivel</a:t>
            </a:r>
          </a:p>
          <a:p>
            <a:pPr marL="1600200" lvl="3" indent="-228600" algn="l" defTabSz="914400">
              <a:lnSpc>
                <a:spcPct val="90000"/>
              </a:lnSpc>
              <a:spcBef>
                <a:spcPts val="499"/>
              </a:spcBef>
              <a:buClr>
                <a:srgbClr val="000000"/>
              </a:buClr>
              <a:buFont typeface="Arial"/>
              <a:buChar char="•"/>
            </a:pPr>
            <a:r>
              <a:rPr lang="es-ES" sz="2000" b="0" u="none" strike="noStrike">
                <a:solidFill>
                  <a:schemeClr val="dk1"/>
                </a:solidFill>
                <a:effectLst/>
                <a:uFillTx/>
                <a:latin typeface="Calibri"/>
              </a:rPr>
              <a:t>Cuarto nivel</a:t>
            </a:r>
          </a:p>
          <a:p>
            <a:pPr marL="2057400" lvl="4" indent="-228600" algn="l" defTabSz="914400">
              <a:lnSpc>
                <a:spcPct val="90000"/>
              </a:lnSpc>
              <a:spcBef>
                <a:spcPts val="499"/>
              </a:spcBef>
              <a:buClr>
                <a:srgbClr val="000000"/>
              </a:buClr>
              <a:buFont typeface="Arial"/>
              <a:buChar char="•"/>
            </a:pPr>
            <a:r>
              <a:rPr lang="es-ES" sz="2000" b="0" u="none" strike="noStrike">
                <a:solidFill>
                  <a:schemeClr val="dk1"/>
                </a:solidFill>
                <a:effectLst/>
                <a:uFillTx/>
                <a:latin typeface="Calibri"/>
              </a:rPr>
              <a:t>Quinto nivel</a:t>
            </a:r>
          </a:p>
        </p:txBody>
      </p:sp>
      <p:sp>
        <p:nvSpPr>
          <p:cNvPr id="9" name="PlaceHolder 3"/>
          <p:cNvSpPr>
            <a:spLocks noGrp="1"/>
          </p:cNvSpPr>
          <p:nvPr>
            <p:ph type="body"/>
          </p:nvPr>
        </p:nvSpPr>
        <p:spPr>
          <a:xfrm>
            <a:off x="839880" y="2057400"/>
            <a:ext cx="3931560" cy="3810960"/>
          </a:xfrm>
          <a:prstGeom prst="rect">
            <a:avLst/>
          </a:prstGeom>
          <a:noFill/>
          <a:ln w="0">
            <a:noFill/>
          </a:ln>
        </p:spPr>
        <p:txBody>
          <a:bodyPr lIns="91440" tIns="45720" rIns="91440" bIns="45720" anchor="t">
            <a:noAutofit/>
          </a:bodyPr>
          <a:lstStyle>
            <a:lvl1pPr indent="0" algn="l" defTabSz="914400">
              <a:lnSpc>
                <a:spcPct val="90000"/>
              </a:lnSpc>
              <a:spcBef>
                <a:spcPts val="1001"/>
              </a:spcBef>
              <a:buNone/>
              <a:tabLst>
                <a:tab pos="0" algn="l"/>
              </a:tabLst>
              <a:defRPr lang="es-ES" sz="1600" b="0" u="none" strike="noStrike">
                <a:solidFill>
                  <a:schemeClr val="dk1"/>
                </a:solidFill>
                <a:effectLst/>
                <a:uFillTx/>
                <a:latin typeface="Calibri"/>
              </a:defRPr>
            </a:lvl1pPr>
          </a:lstStyle>
          <a:p>
            <a:pPr indent="0" algn="l" defTabSz="914400">
              <a:lnSpc>
                <a:spcPct val="90000"/>
              </a:lnSpc>
              <a:spcBef>
                <a:spcPts val="1001"/>
              </a:spcBef>
              <a:buNone/>
              <a:tabLst>
                <a:tab pos="0" algn="l"/>
              </a:tabLst>
            </a:pPr>
            <a:r>
              <a:rPr lang="es-ES" sz="1600" b="0" u="none" strike="noStrike">
                <a:solidFill>
                  <a:schemeClr val="dk1"/>
                </a:solidFill>
                <a:effectLst/>
                <a:uFillTx/>
                <a:latin typeface="Calibri"/>
              </a:rPr>
              <a:t>Haga clic para modificar los estilos de texto del patrón</a:t>
            </a:r>
          </a:p>
        </p:txBody>
      </p:sp>
      <p:sp>
        <p:nvSpPr>
          <p:cNvPr id="10" name="PlaceHolder 4"/>
          <p:cNvSpPr>
            <a:spLocks noGrp="1"/>
          </p:cNvSpPr>
          <p:nvPr>
            <p:ph type="dt" idx="4"/>
          </p:nvPr>
        </p:nvSpPr>
        <p:spPr>
          <a:xfrm>
            <a:off x="838080" y="6356520"/>
            <a:ext cx="2742480" cy="36432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s-ES" sz="1200" b="0" u="none" strike="noStrike">
                <a:solidFill>
                  <a:schemeClr val="dk1">
                    <a:tint val="75000"/>
                  </a:schemeClr>
                </a:solidFill>
                <a:effectLst/>
                <a:uFillTx/>
                <a:latin typeface="Calibri"/>
              </a:defRPr>
            </a:lvl1pPr>
          </a:lstStyle>
          <a:p>
            <a:pPr indent="0" algn="l" defTabSz="914400">
              <a:lnSpc>
                <a:spcPct val="100000"/>
              </a:lnSpc>
              <a:buNone/>
              <a:tabLst>
                <a:tab pos="0" algn="l"/>
              </a:tabLst>
            </a:pPr>
            <a:r>
              <a:rPr lang="es-E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11" name="PlaceHolder 5"/>
          <p:cNvSpPr>
            <a:spLocks noGrp="1"/>
          </p:cNvSpPr>
          <p:nvPr>
            <p:ph type="ftr" idx="5"/>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p>
        </p:txBody>
      </p:sp>
      <p:sp>
        <p:nvSpPr>
          <p:cNvPr id="12" name="PlaceHolder 6"/>
          <p:cNvSpPr>
            <a:spLocks noGrp="1"/>
          </p:cNvSpPr>
          <p:nvPr>
            <p:ph type="sldNum" idx="6"/>
          </p:nvPr>
        </p:nvSpPr>
        <p:spPr>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ES"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FADEEBEF-9234-4E5D-8491-85921F3BB4DE}" type="slidenum">
              <a:rPr lang="es-ES" sz="1200" b="0" u="none" strike="noStrike">
                <a:solidFill>
                  <a:schemeClr val="dk1">
                    <a:tint val="75000"/>
                  </a:schemeClr>
                </a:solidFill>
                <a:effectLst/>
                <a:uFillTx/>
                <a:latin typeface="Calibri"/>
              </a:rPr>
              <a:t>‹Nr.›</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Imagen con título">
    <p:bg>
      <p:bgPr>
        <a:solidFill>
          <a:srgbClr val="FFFFFF"/>
        </a:solidFill>
        <a:effectLst/>
      </p:bgPr>
    </p:bg>
    <p:spTree>
      <p:nvGrpSpPr>
        <p:cNvPr id="1" name=""/>
        <p:cNvGrpSpPr/>
        <p:nvPr/>
      </p:nvGrpSpPr>
      <p:grpSpPr>
        <a:xfrm>
          <a:off x="0" y="0"/>
          <a:ext cx="0" cy="0"/>
          <a:chOff x="0" y="0"/>
          <a:chExt cx="0" cy="0"/>
        </a:xfrm>
      </p:grpSpPr>
      <p:sp>
        <p:nvSpPr>
          <p:cNvPr id="13" name="PlaceHolder 1"/>
          <p:cNvSpPr>
            <a:spLocks noGrp="1"/>
          </p:cNvSpPr>
          <p:nvPr>
            <p:ph type="title"/>
          </p:nvPr>
        </p:nvSpPr>
        <p:spPr>
          <a:xfrm>
            <a:off x="839880" y="457200"/>
            <a:ext cx="3931560" cy="1599480"/>
          </a:xfrm>
          <a:prstGeom prst="rect">
            <a:avLst/>
          </a:prstGeom>
          <a:noFill/>
          <a:ln w="0">
            <a:noFill/>
          </a:ln>
        </p:spPr>
        <p:txBody>
          <a:bodyPr lIns="91440" tIns="45720" rIns="91440" bIns="45720" anchor="b">
            <a:noAutofit/>
          </a:bodyPr>
          <a:lstStyle>
            <a:lvl1pPr indent="0" algn="l" defTabSz="914400">
              <a:lnSpc>
                <a:spcPct val="90000"/>
              </a:lnSpc>
              <a:buNone/>
              <a:tabLst>
                <a:tab pos="0" algn="l"/>
              </a:tabLst>
              <a:defRPr lang="es-ES" sz="3200" b="0" u="none" strike="noStrike">
                <a:solidFill>
                  <a:schemeClr val="dk1"/>
                </a:solidFill>
                <a:effectLst/>
                <a:uFillTx/>
                <a:latin typeface="Calibri Light"/>
              </a:defRPr>
            </a:lvl1pPr>
          </a:lstStyle>
          <a:p>
            <a:pPr indent="0" algn="l" defTabSz="914400">
              <a:lnSpc>
                <a:spcPct val="90000"/>
              </a:lnSpc>
              <a:buNone/>
              <a:tabLst>
                <a:tab pos="0" algn="l"/>
              </a:tabLst>
            </a:pPr>
            <a:r>
              <a:rPr lang="es-ES" sz="3200" b="0" u="none" strike="noStrike">
                <a:solidFill>
                  <a:schemeClr val="dk1"/>
                </a:solidFill>
                <a:effectLst/>
                <a:uFillTx/>
                <a:latin typeface="Calibri Light"/>
              </a:rPr>
              <a:t>Haga clic para modificar el estilo de título del patrón</a:t>
            </a:r>
          </a:p>
        </p:txBody>
      </p:sp>
      <p:sp>
        <p:nvSpPr>
          <p:cNvPr id="14" name="PlaceHolder 2"/>
          <p:cNvSpPr>
            <a:spLocks noGrp="1"/>
          </p:cNvSpPr>
          <p:nvPr>
            <p:ph type="pic"/>
          </p:nvPr>
        </p:nvSpPr>
        <p:spPr>
          <a:xfrm>
            <a:off x="5183280" y="987480"/>
            <a:ext cx="6171480" cy="4872960"/>
          </a:xfrm>
          <a:prstGeom prst="rect">
            <a:avLst/>
          </a:prstGeom>
          <a:noFill/>
          <a:ln w="0">
            <a:noFill/>
          </a:ln>
        </p:spPr>
        <p:txBody>
          <a:bodyPr lIns="90000" tIns="45000" rIns="90000" bIns="45000" anchor="t">
            <a:noAutofit/>
          </a:bodyPr>
          <a:lstStyle/>
          <a:p>
            <a:pPr indent="0" algn="l">
              <a:buNone/>
            </a:pPr>
            <a:r>
              <a:rPr lang="en-US" sz="1800" b="0" u="none" strike="noStrike">
                <a:solidFill>
                  <a:srgbClr val="000000"/>
                </a:solidFill>
                <a:effectLst/>
                <a:uFillTx/>
                <a:latin typeface="Arial"/>
              </a:rPr>
              <a:t>Double-click to add an Image</a:t>
            </a:r>
          </a:p>
        </p:txBody>
      </p:sp>
      <p:sp>
        <p:nvSpPr>
          <p:cNvPr id="15" name="PlaceHolder 3"/>
          <p:cNvSpPr>
            <a:spLocks noGrp="1"/>
          </p:cNvSpPr>
          <p:nvPr>
            <p:ph type="body"/>
          </p:nvPr>
        </p:nvSpPr>
        <p:spPr>
          <a:xfrm>
            <a:off x="839880" y="2057400"/>
            <a:ext cx="3931560" cy="3810960"/>
          </a:xfrm>
          <a:prstGeom prst="rect">
            <a:avLst/>
          </a:prstGeom>
          <a:noFill/>
          <a:ln w="0">
            <a:noFill/>
          </a:ln>
        </p:spPr>
        <p:txBody>
          <a:bodyPr lIns="91440" tIns="45720" rIns="91440" bIns="45720" anchor="t">
            <a:noAutofit/>
          </a:bodyPr>
          <a:lstStyle>
            <a:lvl1pPr indent="0" algn="l" defTabSz="914400">
              <a:lnSpc>
                <a:spcPct val="90000"/>
              </a:lnSpc>
              <a:spcBef>
                <a:spcPts val="1001"/>
              </a:spcBef>
              <a:buNone/>
              <a:tabLst>
                <a:tab pos="0" algn="l"/>
              </a:tabLst>
              <a:defRPr lang="es-ES" sz="1600" b="0" u="none" strike="noStrike">
                <a:solidFill>
                  <a:schemeClr val="dk1"/>
                </a:solidFill>
                <a:effectLst/>
                <a:uFillTx/>
                <a:latin typeface="Calibri"/>
              </a:defRPr>
            </a:lvl1pPr>
          </a:lstStyle>
          <a:p>
            <a:pPr indent="0" algn="l" defTabSz="914400">
              <a:lnSpc>
                <a:spcPct val="90000"/>
              </a:lnSpc>
              <a:spcBef>
                <a:spcPts val="1001"/>
              </a:spcBef>
              <a:buNone/>
              <a:tabLst>
                <a:tab pos="0" algn="l"/>
              </a:tabLst>
            </a:pPr>
            <a:r>
              <a:rPr lang="es-ES" sz="1600" b="0" u="none" strike="noStrike">
                <a:solidFill>
                  <a:schemeClr val="dk1"/>
                </a:solidFill>
                <a:effectLst/>
                <a:uFillTx/>
                <a:latin typeface="Calibri"/>
              </a:rPr>
              <a:t>Haga clic para modificar los estilos de texto del patrón</a:t>
            </a:r>
          </a:p>
        </p:txBody>
      </p:sp>
      <p:sp>
        <p:nvSpPr>
          <p:cNvPr id="16" name="PlaceHolder 4"/>
          <p:cNvSpPr>
            <a:spLocks noGrp="1"/>
          </p:cNvSpPr>
          <p:nvPr>
            <p:ph type="dt" idx="7"/>
          </p:nvPr>
        </p:nvSpPr>
        <p:spPr>
          <a:xfrm>
            <a:off x="838080" y="6356520"/>
            <a:ext cx="2742480" cy="36432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s-ES" sz="1200" b="0" u="none" strike="noStrike">
                <a:solidFill>
                  <a:schemeClr val="dk1">
                    <a:tint val="75000"/>
                  </a:schemeClr>
                </a:solidFill>
                <a:effectLst/>
                <a:uFillTx/>
                <a:latin typeface="Calibri"/>
              </a:defRPr>
            </a:lvl1pPr>
          </a:lstStyle>
          <a:p>
            <a:pPr indent="0" algn="l" defTabSz="914400">
              <a:lnSpc>
                <a:spcPct val="100000"/>
              </a:lnSpc>
              <a:buNone/>
              <a:tabLst>
                <a:tab pos="0" algn="l"/>
              </a:tabLst>
            </a:pPr>
            <a:r>
              <a:rPr lang="es-E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17" name="PlaceHolder 5"/>
          <p:cNvSpPr>
            <a:spLocks noGrp="1"/>
          </p:cNvSpPr>
          <p:nvPr>
            <p:ph type="ftr" idx="8"/>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p>
        </p:txBody>
      </p:sp>
      <p:sp>
        <p:nvSpPr>
          <p:cNvPr id="18" name="PlaceHolder 6"/>
          <p:cNvSpPr>
            <a:spLocks noGrp="1"/>
          </p:cNvSpPr>
          <p:nvPr>
            <p:ph type="sldNum" idx="9"/>
          </p:nvPr>
        </p:nvSpPr>
        <p:spPr>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ES"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638DE775-1309-4AC6-B4BE-FAE79313A833}" type="slidenum">
              <a:rPr lang="es-ES" sz="1200" b="0" u="none" strike="noStrike">
                <a:solidFill>
                  <a:schemeClr val="dk1">
                    <a:tint val="75000"/>
                  </a:schemeClr>
                </a:solidFill>
                <a:effectLst/>
                <a:uFillTx/>
                <a:latin typeface="Calibri"/>
              </a:rPr>
              <a:t>‹Nr.›</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Diapositiva de título">
    <p:bg>
      <p:bgPr>
        <a:solidFill>
          <a:srgbClr val="FFFFFF"/>
        </a:solidFill>
        <a:effectLst/>
      </p:bgPr>
    </p:bg>
    <p:spTree>
      <p:nvGrpSpPr>
        <p:cNvPr id="1" name=""/>
        <p:cNvGrpSpPr/>
        <p:nvPr/>
      </p:nvGrpSpPr>
      <p:grpSpPr>
        <a:xfrm>
          <a:off x="0" y="0"/>
          <a:ext cx="0" cy="0"/>
          <a:chOff x="0" y="0"/>
          <a:chExt cx="0" cy="0"/>
        </a:xfrm>
      </p:grpSpPr>
      <p:sp>
        <p:nvSpPr>
          <p:cNvPr id="19" name="PlaceHolder 1"/>
          <p:cNvSpPr>
            <a:spLocks noGrp="1"/>
          </p:cNvSpPr>
          <p:nvPr>
            <p:ph type="title"/>
          </p:nvPr>
        </p:nvSpPr>
        <p:spPr>
          <a:xfrm>
            <a:off x="1523880" y="1122480"/>
            <a:ext cx="9143280" cy="2386800"/>
          </a:xfrm>
          <a:prstGeom prst="rect">
            <a:avLst/>
          </a:prstGeom>
          <a:noFill/>
          <a:ln w="0">
            <a:noFill/>
          </a:ln>
        </p:spPr>
        <p:txBody>
          <a:bodyPr lIns="91440" tIns="45720" rIns="91440" bIns="45720" anchor="b">
            <a:noAutofit/>
          </a:bodyPr>
          <a:lstStyle>
            <a:lvl1pPr indent="0" algn="ctr" defTabSz="914400">
              <a:lnSpc>
                <a:spcPct val="90000"/>
              </a:lnSpc>
              <a:buNone/>
              <a:tabLst>
                <a:tab pos="0" algn="l"/>
              </a:tabLst>
              <a:defRPr lang="es-ES" sz="6000" b="0" u="none" strike="noStrike">
                <a:solidFill>
                  <a:schemeClr val="dk1"/>
                </a:solidFill>
                <a:effectLst/>
                <a:uFillTx/>
                <a:latin typeface="Calibri Light"/>
              </a:defRPr>
            </a:lvl1pPr>
          </a:lstStyle>
          <a:p>
            <a:pPr indent="0" algn="ctr" defTabSz="914400">
              <a:lnSpc>
                <a:spcPct val="90000"/>
              </a:lnSpc>
              <a:buNone/>
              <a:tabLst>
                <a:tab pos="0" algn="l"/>
              </a:tabLst>
            </a:pPr>
            <a:r>
              <a:rPr lang="es-ES" sz="6000" b="0" u="none" strike="noStrike">
                <a:solidFill>
                  <a:schemeClr val="dk1"/>
                </a:solidFill>
                <a:effectLst/>
                <a:uFillTx/>
                <a:latin typeface="Calibri Light"/>
              </a:rPr>
              <a:t>Haga clic para modificar el estilo de título del patrón</a:t>
            </a:r>
          </a:p>
        </p:txBody>
      </p:sp>
      <p:sp>
        <p:nvSpPr>
          <p:cNvPr id="20" name="PlaceHolder 2"/>
          <p:cNvSpPr>
            <a:spLocks noGrp="1"/>
          </p:cNvSpPr>
          <p:nvPr>
            <p:ph type="dt" idx="10"/>
          </p:nvPr>
        </p:nvSpPr>
        <p:spPr>
          <a:xfrm>
            <a:off x="838080" y="6356520"/>
            <a:ext cx="2742480" cy="36432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s-ES" sz="1200" b="0" u="none" strike="noStrike">
                <a:solidFill>
                  <a:schemeClr val="dk1">
                    <a:tint val="75000"/>
                  </a:schemeClr>
                </a:solidFill>
                <a:effectLst/>
                <a:uFillTx/>
                <a:latin typeface="Calibri"/>
              </a:defRPr>
            </a:lvl1pPr>
          </a:lstStyle>
          <a:p>
            <a:pPr indent="0" algn="l" defTabSz="914400">
              <a:lnSpc>
                <a:spcPct val="100000"/>
              </a:lnSpc>
              <a:buNone/>
              <a:tabLst>
                <a:tab pos="0" algn="l"/>
              </a:tabLst>
            </a:pPr>
            <a:r>
              <a:rPr lang="es-E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21" name="PlaceHolder 3"/>
          <p:cNvSpPr>
            <a:spLocks noGrp="1"/>
          </p:cNvSpPr>
          <p:nvPr>
            <p:ph type="ftr" idx="11"/>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p>
        </p:txBody>
      </p:sp>
      <p:sp>
        <p:nvSpPr>
          <p:cNvPr id="22" name="PlaceHolder 4"/>
          <p:cNvSpPr>
            <a:spLocks noGrp="1"/>
          </p:cNvSpPr>
          <p:nvPr>
            <p:ph type="sldNum" idx="12"/>
          </p:nvPr>
        </p:nvSpPr>
        <p:spPr>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ES"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E6009AD9-1E30-45FE-834E-A451D60A3E9C}" type="slidenum">
              <a:rPr lang="es-ES" sz="1200" b="0" u="none" strike="noStrike">
                <a:solidFill>
                  <a:schemeClr val="dk1">
                    <a:tint val="75000"/>
                  </a:schemeClr>
                </a:solidFill>
                <a:effectLst/>
                <a:uFillTx/>
                <a:latin typeface="Calibri"/>
              </a:rPr>
              <a:t>‹Nr.›</a:t>
            </a:fld>
            <a:endParaRPr lang="en-US" sz="1200" b="0" u="none" strike="noStrike">
              <a:solidFill>
                <a:srgbClr val="000000"/>
              </a:solidFill>
              <a:effectLst/>
              <a:uFillTx/>
              <a:latin typeface="Times New Roman"/>
            </a:endParaRPr>
          </a:p>
        </p:txBody>
      </p:sp>
      <p:sp>
        <p:nvSpPr>
          <p:cNvPr id="23" name="PlaceHolder 5"/>
          <p:cNvSpPr>
            <a:spLocks noGrp="1"/>
          </p:cNvSpPr>
          <p:nvPr>
            <p:ph type="body"/>
          </p:nvPr>
        </p:nvSpPr>
        <p:spPr>
          <a:xfrm>
            <a:off x="609480" y="1604520"/>
            <a:ext cx="10972080" cy="3976920"/>
          </a:xfrm>
          <a:prstGeom prst="rect">
            <a:avLst/>
          </a:prstGeom>
          <a:noFill/>
          <a:ln w="0">
            <a:noFill/>
          </a:ln>
        </p:spPr>
        <p:txBody>
          <a:bodyPr lIns="0" tIns="0" rIns="0" bIns="0" anchor="t">
            <a:normAutofit/>
          </a:bodyPr>
          <a:lstStyle>
            <a:lvl1pPr algn="l" defTabSz="914400">
              <a:lnSpc>
                <a:spcPct val="90000"/>
              </a:lnSpc>
              <a:spcBef>
                <a:spcPts val="1001"/>
              </a:spcBef>
              <a:buClr>
                <a:srgbClr val="000000"/>
              </a:buClr>
              <a:buFont typeface="Arial"/>
              <a:buChar char="•"/>
              <a:defRPr lang="es-ES" sz="2800" b="0" u="none" strike="noStrike">
                <a:solidFill>
                  <a:schemeClr val="dk1"/>
                </a:solidFill>
                <a:effectLst/>
                <a:uFillTx/>
                <a:latin typeface="Calibri"/>
              </a:defRPr>
            </a:lvl1pPr>
            <a:lvl2pPr lvl="1" algn="l" defTabSz="914400">
              <a:lnSpc>
                <a:spcPct val="90000"/>
              </a:lnSpc>
              <a:spcBef>
                <a:spcPts val="499"/>
              </a:spcBef>
              <a:buClr>
                <a:srgbClr val="000000"/>
              </a:buClr>
              <a:buSzPct val="75000"/>
              <a:buFont typeface="Symbol" charset="2"/>
              <a:buChar char=""/>
              <a:defRPr lang="es-ES" sz="2400" b="0" u="none" strike="noStrike">
                <a:solidFill>
                  <a:schemeClr val="dk1"/>
                </a:solidFill>
                <a:effectLst/>
                <a:uFillTx/>
                <a:latin typeface="Calibri"/>
              </a:defRPr>
            </a:lvl2pPr>
            <a:lvl3pPr lvl="2" algn="l" defTabSz="914400">
              <a:lnSpc>
                <a:spcPct val="90000"/>
              </a:lnSpc>
              <a:spcBef>
                <a:spcPts val="499"/>
              </a:spcBef>
              <a:buClr>
                <a:srgbClr val="000000"/>
              </a:buClr>
              <a:buSzPct val="45000"/>
              <a:buFont typeface="Wingdings" charset="2"/>
              <a:buChar char=""/>
              <a:defRPr lang="es-ES" sz="2000" b="0" u="none" strike="noStrike">
                <a:solidFill>
                  <a:schemeClr val="dk1"/>
                </a:solidFill>
                <a:effectLst/>
                <a:uFillTx/>
                <a:latin typeface="Calibri"/>
              </a:defRPr>
            </a:lvl3pPr>
            <a:lvl4pPr lvl="3" algn="l" defTabSz="914400">
              <a:lnSpc>
                <a:spcPct val="90000"/>
              </a:lnSpc>
              <a:spcBef>
                <a:spcPts val="499"/>
              </a:spcBef>
              <a:buClr>
                <a:srgbClr val="000000"/>
              </a:buClr>
              <a:buSzPct val="75000"/>
              <a:buFont typeface="Symbol" charset="2"/>
              <a:buChar char=""/>
              <a:defRPr lang="es-ES" sz="1800" b="0" u="none" strike="noStrike">
                <a:solidFill>
                  <a:schemeClr val="dk1"/>
                </a:solidFill>
                <a:effectLst/>
                <a:uFillTx/>
                <a:latin typeface="Calibri"/>
              </a:defRPr>
            </a:lvl4pPr>
            <a:lvl5pPr lvl="4" algn="l" defTabSz="914400">
              <a:lnSpc>
                <a:spcPct val="90000"/>
              </a:lnSpc>
              <a:spcBef>
                <a:spcPts val="499"/>
              </a:spcBef>
              <a:buClr>
                <a:srgbClr val="000000"/>
              </a:buClr>
              <a:buSzPct val="45000"/>
              <a:buFont typeface="Wingdings" charset="2"/>
              <a:buChar char=""/>
              <a:defRPr lang="es-ES" sz="1800" b="0" u="none" strike="noStrike">
                <a:solidFill>
                  <a:schemeClr val="dk1"/>
                </a:solidFill>
                <a:effectLst/>
                <a:uFillTx/>
                <a:latin typeface="Calibri"/>
              </a:defRPr>
            </a:lvl5pPr>
            <a:lvl6pPr lvl="5" algn="l" defTabSz="914400">
              <a:lnSpc>
                <a:spcPct val="90000"/>
              </a:lnSpc>
              <a:spcBef>
                <a:spcPts val="283"/>
              </a:spcBef>
              <a:buClr>
                <a:srgbClr val="000000"/>
              </a:buClr>
              <a:buSzPct val="45000"/>
              <a:buFont typeface="Wingdings" charset="2"/>
              <a:buChar char=""/>
              <a:defRPr lang="es-ES" sz="2000" b="0" u="none" strike="noStrike">
                <a:solidFill>
                  <a:schemeClr val="dk1"/>
                </a:solidFill>
                <a:effectLst/>
                <a:uFillTx/>
                <a:latin typeface="Calibri"/>
              </a:defRPr>
            </a:lvl6pPr>
            <a:lvl7pPr lvl="6" algn="l" defTabSz="914400">
              <a:lnSpc>
                <a:spcPct val="90000"/>
              </a:lnSpc>
              <a:spcBef>
                <a:spcPts val="283"/>
              </a:spcBef>
              <a:buClr>
                <a:srgbClr val="000000"/>
              </a:buClr>
              <a:buSzPct val="45000"/>
              <a:buFont typeface="Wingdings" charset="2"/>
              <a:buChar char=""/>
              <a:defRPr lang="es-ES" sz="2000" b="0" u="none" strike="noStrike">
                <a:solidFill>
                  <a:schemeClr val="dk1"/>
                </a:solidFill>
                <a:effectLst/>
                <a:uFillTx/>
                <a:latin typeface="Calibri"/>
              </a:defRPr>
            </a:lvl7pPr>
          </a:lstStyle>
          <a:p>
            <a:pPr marL="228600" indent="-228600" algn="l" defTabSz="914400">
              <a:lnSpc>
                <a:spcPct val="90000"/>
              </a:lnSpc>
              <a:spcBef>
                <a:spcPts val="1001"/>
              </a:spcBef>
              <a:buClr>
                <a:srgbClr val="000000"/>
              </a:buClr>
              <a:buFont typeface="Arial"/>
              <a:buChar char="•"/>
            </a:pPr>
            <a:r>
              <a:rPr lang="es-ES" sz="2800" b="0" u="none" strike="noStrike">
                <a:solidFill>
                  <a:schemeClr val="dk1"/>
                </a:solidFill>
                <a:effectLst/>
                <a:uFillTx/>
                <a:latin typeface="Calibri"/>
              </a:rPr>
              <a:t>Click to edit the outline text format</a:t>
            </a:r>
          </a:p>
          <a:p>
            <a:pPr marL="864000" lvl="1" indent="-324000" algn="l" defTabSz="914400">
              <a:lnSpc>
                <a:spcPct val="90000"/>
              </a:lnSpc>
              <a:spcBef>
                <a:spcPts val="499"/>
              </a:spcBef>
              <a:buClr>
                <a:srgbClr val="000000"/>
              </a:buClr>
              <a:buSzPct val="75000"/>
              <a:buFont typeface="Symbol" charset="2"/>
              <a:buChar char=""/>
            </a:pPr>
            <a:r>
              <a:rPr lang="es-ES" sz="2400" b="0" u="none" strike="noStrike">
                <a:solidFill>
                  <a:schemeClr val="dk1"/>
                </a:solidFill>
                <a:effectLst/>
                <a:uFillTx/>
                <a:latin typeface="Calibri"/>
              </a:rPr>
              <a:t>Second Outline Level</a:t>
            </a:r>
          </a:p>
          <a:p>
            <a:pPr marL="1296000" lvl="2" indent="-288000" algn="l" defTabSz="914400">
              <a:lnSpc>
                <a:spcPct val="90000"/>
              </a:lnSpc>
              <a:spcBef>
                <a:spcPts val="499"/>
              </a:spcBef>
              <a:buClr>
                <a:srgbClr val="000000"/>
              </a:buClr>
              <a:buSzPct val="45000"/>
              <a:buFont typeface="Wingdings" charset="2"/>
              <a:buChar char=""/>
            </a:pPr>
            <a:r>
              <a:rPr lang="es-ES" sz="2000" b="0" u="none" strike="noStrike">
                <a:solidFill>
                  <a:schemeClr val="dk1"/>
                </a:solidFill>
                <a:effectLst/>
                <a:uFillTx/>
                <a:latin typeface="Calibri"/>
              </a:rPr>
              <a:t>Third Outline Level</a:t>
            </a:r>
          </a:p>
          <a:p>
            <a:pPr marL="1728000" lvl="3" indent="-216000" algn="l" defTabSz="914400">
              <a:lnSpc>
                <a:spcPct val="90000"/>
              </a:lnSpc>
              <a:spcBef>
                <a:spcPts val="499"/>
              </a:spcBef>
              <a:buClr>
                <a:srgbClr val="000000"/>
              </a:buClr>
              <a:buSzPct val="75000"/>
              <a:buFont typeface="Symbol" charset="2"/>
              <a:buChar char=""/>
            </a:pPr>
            <a:r>
              <a:rPr lang="es-ES" sz="1800" b="0" u="none" strike="noStrike">
                <a:solidFill>
                  <a:schemeClr val="dk1"/>
                </a:solidFill>
                <a:effectLst/>
                <a:uFillTx/>
                <a:latin typeface="Calibri"/>
              </a:rPr>
              <a:t>Fourth Outline Level</a:t>
            </a:r>
          </a:p>
          <a:p>
            <a:pPr marL="2160000" lvl="4" indent="-216000" algn="l" defTabSz="914400">
              <a:lnSpc>
                <a:spcPct val="90000"/>
              </a:lnSpc>
              <a:spcBef>
                <a:spcPts val="499"/>
              </a:spcBef>
              <a:buClr>
                <a:srgbClr val="000000"/>
              </a:buClr>
              <a:buSzPct val="45000"/>
              <a:buFont typeface="Wingdings" charset="2"/>
              <a:buChar char=""/>
            </a:pPr>
            <a:r>
              <a:rPr lang="es-ES" sz="1800" b="0" u="none" strike="noStrike">
                <a:solidFill>
                  <a:schemeClr val="dk1"/>
                </a:solidFill>
                <a:effectLst/>
                <a:uFillTx/>
                <a:latin typeface="Calibri"/>
              </a:rPr>
              <a:t>Fifth Outline Level</a:t>
            </a:r>
          </a:p>
          <a:p>
            <a:pPr marL="2592000" lvl="5" indent="-216000" algn="l" defTabSz="914400">
              <a:lnSpc>
                <a:spcPct val="90000"/>
              </a:lnSpc>
              <a:spcBef>
                <a:spcPts val="283"/>
              </a:spcBef>
              <a:buClr>
                <a:srgbClr val="000000"/>
              </a:buClr>
              <a:buSzPct val="45000"/>
              <a:buFont typeface="Wingdings" charset="2"/>
              <a:buChar char=""/>
            </a:pPr>
            <a:r>
              <a:rPr lang="es-ES" sz="2000" b="0" u="none" strike="noStrike">
                <a:solidFill>
                  <a:schemeClr val="dk1"/>
                </a:solidFill>
                <a:effectLst/>
                <a:uFillTx/>
                <a:latin typeface="Calibri"/>
              </a:rPr>
              <a:t>Sixth Outline Level</a:t>
            </a:r>
          </a:p>
          <a:p>
            <a:pPr marL="3024000" lvl="6" indent="-216000" algn="l" defTabSz="914400">
              <a:lnSpc>
                <a:spcPct val="90000"/>
              </a:lnSpc>
              <a:spcBef>
                <a:spcPts val="283"/>
              </a:spcBef>
              <a:buClr>
                <a:srgbClr val="000000"/>
              </a:buClr>
              <a:buSzPct val="45000"/>
              <a:buFont typeface="Wingdings" charset="2"/>
              <a:buChar char=""/>
            </a:pPr>
            <a:r>
              <a:rPr lang="es-ES" sz="2000" b="0" u="none" strike="noStrike">
                <a:solidFill>
                  <a:schemeClr val="dk1"/>
                </a:solidFill>
                <a:effectLst/>
                <a:uFillTx/>
                <a:latin typeface="Calibri"/>
              </a:rPr>
              <a:t>Seventh Outline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vertTx" preserve="1">
  <p:cSld name="Título y texto vertical">
    <p:bg>
      <p:bgPr>
        <a:solidFill>
          <a:srgbClr val="FFFFFF"/>
        </a:solidFill>
        <a:effectLst/>
      </p:bgPr>
    </p:bg>
    <p:spTree>
      <p:nvGrpSpPr>
        <p:cNvPr id="1" name=""/>
        <p:cNvGrpSpPr/>
        <p:nvPr/>
      </p:nvGrpSpPr>
      <p:grpSpPr>
        <a:xfrm>
          <a:off x="0" y="0"/>
          <a:ext cx="0" cy="0"/>
          <a:chOff x="0" y="0"/>
          <a:chExt cx="0" cy="0"/>
        </a:xfrm>
      </p:grpSpPr>
      <p:sp>
        <p:nvSpPr>
          <p:cNvPr id="24" name="PlaceHolder 1"/>
          <p:cNvSpPr>
            <a:spLocks noGrp="1"/>
          </p:cNvSpPr>
          <p:nvPr>
            <p:ph type="title"/>
          </p:nvPr>
        </p:nvSpPr>
        <p:spPr>
          <a:xfrm>
            <a:off x="838080" y="365040"/>
            <a:ext cx="10514880" cy="1324800"/>
          </a:xfrm>
          <a:prstGeom prst="rect">
            <a:avLst/>
          </a:prstGeom>
          <a:noFill/>
          <a:ln w="0">
            <a:noFill/>
          </a:ln>
        </p:spPr>
        <p:txBody>
          <a:bodyPr lIns="91440" tIns="45720" rIns="91440" bIns="45720" anchor="ctr">
            <a:noAutofit/>
          </a:bodyPr>
          <a:lstStyle>
            <a:lvl1pPr indent="0" algn="l" defTabSz="914400">
              <a:lnSpc>
                <a:spcPct val="90000"/>
              </a:lnSpc>
              <a:buNone/>
              <a:tabLst>
                <a:tab pos="0" algn="l"/>
              </a:tabLst>
              <a:defRPr lang="es-ES" sz="4400" b="0" u="none" strike="noStrike">
                <a:solidFill>
                  <a:schemeClr val="dk1"/>
                </a:solidFill>
                <a:effectLst/>
                <a:uFillTx/>
                <a:latin typeface="Calibri Light"/>
              </a:defRPr>
            </a:lvl1pPr>
          </a:lstStyle>
          <a:p>
            <a:pPr indent="0" algn="l" defTabSz="914400">
              <a:lnSpc>
                <a:spcPct val="90000"/>
              </a:lnSpc>
              <a:buNone/>
              <a:tabLst>
                <a:tab pos="0" algn="l"/>
              </a:tabLst>
            </a:pPr>
            <a:r>
              <a:rPr lang="es-ES" sz="4400" b="0" u="none" strike="noStrike">
                <a:solidFill>
                  <a:schemeClr val="dk1"/>
                </a:solidFill>
                <a:effectLst/>
                <a:uFillTx/>
                <a:latin typeface="Calibri Light"/>
              </a:rPr>
              <a:t>Haga clic para modificar el estilo de título del patrón</a:t>
            </a:r>
          </a:p>
        </p:txBody>
      </p:sp>
      <p:sp>
        <p:nvSpPr>
          <p:cNvPr id="25" name="PlaceHolder 2"/>
          <p:cNvSpPr>
            <a:spLocks noGrp="1"/>
          </p:cNvSpPr>
          <p:nvPr>
            <p:ph type="body"/>
          </p:nvPr>
        </p:nvSpPr>
        <p:spPr>
          <a:xfrm>
            <a:off x="838080" y="1825560"/>
            <a:ext cx="10514880" cy="4350600"/>
          </a:xfrm>
          <a:prstGeom prst="rect">
            <a:avLst/>
          </a:prstGeom>
          <a:noFill/>
          <a:ln w="0">
            <a:noFill/>
          </a:ln>
        </p:spPr>
        <p:txBody>
          <a:bodyPr vert="eaVert" lIns="91440" tIns="45720" rIns="91440" bIns="45720" anchor="t">
            <a:noAutofit/>
          </a:bodyPr>
          <a:lstStyle>
            <a:lvl1pPr algn="l" defTabSz="914400">
              <a:lnSpc>
                <a:spcPct val="90000"/>
              </a:lnSpc>
              <a:spcBef>
                <a:spcPts val="1001"/>
              </a:spcBef>
              <a:buClr>
                <a:srgbClr val="000000"/>
              </a:buClr>
              <a:buFont typeface="Arial"/>
              <a:buChar char="•"/>
              <a:defRPr lang="es-ES" sz="28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defRPr lang="es-ES" sz="24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defRPr lang="es-ES" sz="20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defRPr lang="es-ES" sz="18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defRPr lang="es-ES" sz="18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pPr>
            <a:r>
              <a:rPr lang="es-ES" sz="2800" b="0" u="none" strike="noStrike">
                <a:solidFill>
                  <a:schemeClr val="dk1"/>
                </a:solidFill>
                <a:effectLst/>
                <a:uFillTx/>
                <a:latin typeface="Calibri"/>
              </a:rPr>
              <a:t>Haga clic para modificar los estilos de texto del patrón</a:t>
            </a:r>
          </a:p>
          <a:p>
            <a:pPr marL="685800" lvl="1" indent="-228600" algn="l" defTabSz="914400">
              <a:lnSpc>
                <a:spcPct val="90000"/>
              </a:lnSpc>
              <a:spcBef>
                <a:spcPts val="499"/>
              </a:spcBef>
              <a:buClr>
                <a:srgbClr val="000000"/>
              </a:buClr>
              <a:buFont typeface="Arial"/>
              <a:buChar char="•"/>
            </a:pPr>
            <a:r>
              <a:rPr lang="es-ES" sz="2400" b="0" u="none" strike="noStrike">
                <a:solidFill>
                  <a:schemeClr val="dk1"/>
                </a:solidFill>
                <a:effectLst/>
                <a:uFillTx/>
                <a:latin typeface="Calibri"/>
              </a:rPr>
              <a:t>Segundo nivel</a:t>
            </a:r>
          </a:p>
          <a:p>
            <a:pPr marL="1143000" lvl="2" indent="-228600" algn="l" defTabSz="914400">
              <a:lnSpc>
                <a:spcPct val="90000"/>
              </a:lnSpc>
              <a:spcBef>
                <a:spcPts val="499"/>
              </a:spcBef>
              <a:buClr>
                <a:srgbClr val="000000"/>
              </a:buClr>
              <a:buFont typeface="Arial"/>
              <a:buChar char="•"/>
            </a:pPr>
            <a:r>
              <a:rPr lang="es-ES" sz="2000" b="0" u="none" strike="noStrike">
                <a:solidFill>
                  <a:schemeClr val="dk1"/>
                </a:solidFill>
                <a:effectLst/>
                <a:uFillTx/>
                <a:latin typeface="Calibri"/>
              </a:rPr>
              <a:t>Tercer nivel</a:t>
            </a:r>
          </a:p>
          <a:p>
            <a:pPr marL="1600200" lvl="3" indent="-228600" algn="l" defTabSz="914400">
              <a:lnSpc>
                <a:spcPct val="90000"/>
              </a:lnSpc>
              <a:spcBef>
                <a:spcPts val="499"/>
              </a:spcBef>
              <a:buClr>
                <a:srgbClr val="000000"/>
              </a:buClr>
              <a:buFont typeface="Arial"/>
              <a:buChar char="•"/>
            </a:pPr>
            <a:r>
              <a:rPr lang="es-ES" sz="1800" b="0" u="none" strike="noStrike">
                <a:solidFill>
                  <a:schemeClr val="dk1"/>
                </a:solidFill>
                <a:effectLst/>
                <a:uFillTx/>
                <a:latin typeface="Calibri"/>
              </a:rPr>
              <a:t>Cuarto nivel</a:t>
            </a:r>
          </a:p>
          <a:p>
            <a:pPr marL="2057400" lvl="4" indent="-228600" algn="l" defTabSz="914400">
              <a:lnSpc>
                <a:spcPct val="90000"/>
              </a:lnSpc>
              <a:spcBef>
                <a:spcPts val="499"/>
              </a:spcBef>
              <a:buClr>
                <a:srgbClr val="000000"/>
              </a:buClr>
              <a:buFont typeface="Arial"/>
              <a:buChar char="•"/>
            </a:pPr>
            <a:r>
              <a:rPr lang="es-ES" sz="1800" b="0" u="none" strike="noStrike">
                <a:solidFill>
                  <a:schemeClr val="dk1"/>
                </a:solidFill>
                <a:effectLst/>
                <a:uFillTx/>
                <a:latin typeface="Calibri"/>
              </a:rPr>
              <a:t>Quinto nivel</a:t>
            </a:r>
          </a:p>
        </p:txBody>
      </p:sp>
      <p:sp>
        <p:nvSpPr>
          <p:cNvPr id="26" name="PlaceHolder 3"/>
          <p:cNvSpPr>
            <a:spLocks noGrp="1"/>
          </p:cNvSpPr>
          <p:nvPr>
            <p:ph type="dt" idx="13"/>
          </p:nvPr>
        </p:nvSpPr>
        <p:spPr>
          <a:xfrm>
            <a:off x="838080" y="6356520"/>
            <a:ext cx="2742480" cy="36432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s-ES" sz="1200" b="0" u="none" strike="noStrike">
                <a:solidFill>
                  <a:schemeClr val="dk1">
                    <a:tint val="75000"/>
                  </a:schemeClr>
                </a:solidFill>
                <a:effectLst/>
                <a:uFillTx/>
                <a:latin typeface="Calibri"/>
              </a:defRPr>
            </a:lvl1pPr>
          </a:lstStyle>
          <a:p>
            <a:pPr indent="0" algn="l" defTabSz="914400">
              <a:lnSpc>
                <a:spcPct val="100000"/>
              </a:lnSpc>
              <a:buNone/>
              <a:tabLst>
                <a:tab pos="0" algn="l"/>
              </a:tabLst>
            </a:pPr>
            <a:r>
              <a:rPr lang="es-E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27" name="PlaceHolder 4"/>
          <p:cNvSpPr>
            <a:spLocks noGrp="1"/>
          </p:cNvSpPr>
          <p:nvPr>
            <p:ph type="ftr" idx="14"/>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p>
        </p:txBody>
      </p:sp>
      <p:sp>
        <p:nvSpPr>
          <p:cNvPr id="28" name="PlaceHolder 5"/>
          <p:cNvSpPr>
            <a:spLocks noGrp="1"/>
          </p:cNvSpPr>
          <p:nvPr>
            <p:ph type="sldNum" idx="15"/>
          </p:nvPr>
        </p:nvSpPr>
        <p:spPr>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ES"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C1E430D2-E131-4313-8061-4319DB10E7C9}" type="slidenum">
              <a:rPr lang="es-ES" sz="1200" b="0" u="none" strike="noStrike">
                <a:solidFill>
                  <a:schemeClr val="dk1">
                    <a:tint val="75000"/>
                  </a:schemeClr>
                </a:solidFill>
                <a:effectLst/>
                <a:uFillTx/>
                <a:latin typeface="Calibri"/>
              </a:rPr>
              <a:t>‹Nr.›</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bg>
      <p:bgPr>
        <a:solidFill>
          <a:srgbClr val="FFFFFF"/>
        </a:solidFill>
        <a:effectLst/>
      </p:bgPr>
    </p:bg>
    <p:spTree>
      <p:nvGrpSpPr>
        <p:cNvPr id="1" name=""/>
        <p:cNvGrpSpPr/>
        <p:nvPr/>
      </p:nvGrpSpPr>
      <p:grpSpPr>
        <a:xfrm>
          <a:off x="0" y="0"/>
          <a:ext cx="0" cy="0"/>
          <a:chOff x="0" y="0"/>
          <a:chExt cx="0" cy="0"/>
        </a:xfrm>
      </p:grpSpPr>
      <p:sp>
        <p:nvSpPr>
          <p:cNvPr id="29" name="PlaceHolder 1"/>
          <p:cNvSpPr>
            <a:spLocks noGrp="1"/>
          </p:cNvSpPr>
          <p:nvPr>
            <p:ph type="title"/>
          </p:nvPr>
        </p:nvSpPr>
        <p:spPr>
          <a:xfrm>
            <a:off x="8724960" y="365040"/>
            <a:ext cx="2628360" cy="5811120"/>
          </a:xfrm>
          <a:prstGeom prst="rect">
            <a:avLst/>
          </a:prstGeom>
          <a:noFill/>
          <a:ln w="0">
            <a:noFill/>
          </a:ln>
        </p:spPr>
        <p:txBody>
          <a:bodyPr vert="eaVert" lIns="91440" tIns="45720" rIns="91440" bIns="45720" anchor="ctr">
            <a:noAutofit/>
          </a:bodyPr>
          <a:lstStyle>
            <a:lvl1pPr indent="0" algn="l" defTabSz="914400">
              <a:lnSpc>
                <a:spcPct val="90000"/>
              </a:lnSpc>
              <a:buNone/>
              <a:tabLst>
                <a:tab pos="0" algn="l"/>
              </a:tabLst>
              <a:defRPr lang="es-ES" sz="4400" b="0" u="none" strike="noStrike">
                <a:solidFill>
                  <a:schemeClr val="dk1"/>
                </a:solidFill>
                <a:effectLst/>
                <a:uFillTx/>
                <a:latin typeface="Calibri Light"/>
              </a:defRPr>
            </a:lvl1pPr>
          </a:lstStyle>
          <a:p>
            <a:pPr indent="0" algn="l" defTabSz="914400">
              <a:lnSpc>
                <a:spcPct val="90000"/>
              </a:lnSpc>
              <a:buNone/>
              <a:tabLst>
                <a:tab pos="0" algn="l"/>
              </a:tabLst>
            </a:pPr>
            <a:r>
              <a:rPr lang="es-ES" sz="4400" b="0" u="none" strike="noStrike">
                <a:solidFill>
                  <a:schemeClr val="dk1"/>
                </a:solidFill>
                <a:effectLst/>
                <a:uFillTx/>
                <a:latin typeface="Calibri Light"/>
              </a:rPr>
              <a:t>Haga clic para modificar el estilo de título del patrón</a:t>
            </a:r>
          </a:p>
        </p:txBody>
      </p:sp>
      <p:sp>
        <p:nvSpPr>
          <p:cNvPr id="30" name="PlaceHolder 2"/>
          <p:cNvSpPr>
            <a:spLocks noGrp="1"/>
          </p:cNvSpPr>
          <p:nvPr>
            <p:ph type="body"/>
          </p:nvPr>
        </p:nvSpPr>
        <p:spPr>
          <a:xfrm>
            <a:off x="838080" y="365040"/>
            <a:ext cx="7733520" cy="5811120"/>
          </a:xfrm>
          <a:prstGeom prst="rect">
            <a:avLst/>
          </a:prstGeom>
          <a:noFill/>
          <a:ln w="0">
            <a:noFill/>
          </a:ln>
        </p:spPr>
        <p:txBody>
          <a:bodyPr vert="eaVert" lIns="91440" tIns="45720" rIns="91440" bIns="45720" anchor="t">
            <a:noAutofit/>
          </a:bodyPr>
          <a:lstStyle>
            <a:lvl1pPr algn="l" defTabSz="914400">
              <a:lnSpc>
                <a:spcPct val="90000"/>
              </a:lnSpc>
              <a:spcBef>
                <a:spcPts val="1001"/>
              </a:spcBef>
              <a:buClr>
                <a:srgbClr val="000000"/>
              </a:buClr>
              <a:buFont typeface="Arial"/>
              <a:buChar char="•"/>
              <a:defRPr lang="es-ES" sz="28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defRPr lang="es-ES" sz="24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defRPr lang="es-ES" sz="20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defRPr lang="es-ES" sz="18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defRPr lang="es-ES" sz="18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pPr>
            <a:r>
              <a:rPr lang="es-ES" sz="2800" b="0" u="none" strike="noStrike">
                <a:solidFill>
                  <a:schemeClr val="dk1"/>
                </a:solidFill>
                <a:effectLst/>
                <a:uFillTx/>
                <a:latin typeface="Calibri"/>
              </a:rPr>
              <a:t>Haga clic para modificar los estilos de texto del patrón</a:t>
            </a:r>
          </a:p>
          <a:p>
            <a:pPr marL="685800" lvl="1" indent="-228600" algn="l" defTabSz="914400">
              <a:lnSpc>
                <a:spcPct val="90000"/>
              </a:lnSpc>
              <a:spcBef>
                <a:spcPts val="499"/>
              </a:spcBef>
              <a:buClr>
                <a:srgbClr val="000000"/>
              </a:buClr>
              <a:buFont typeface="Arial"/>
              <a:buChar char="•"/>
            </a:pPr>
            <a:r>
              <a:rPr lang="es-ES" sz="2400" b="0" u="none" strike="noStrike">
                <a:solidFill>
                  <a:schemeClr val="dk1"/>
                </a:solidFill>
                <a:effectLst/>
                <a:uFillTx/>
                <a:latin typeface="Calibri"/>
              </a:rPr>
              <a:t>Segundo nivel</a:t>
            </a:r>
          </a:p>
          <a:p>
            <a:pPr marL="1143000" lvl="2" indent="-228600" algn="l" defTabSz="914400">
              <a:lnSpc>
                <a:spcPct val="90000"/>
              </a:lnSpc>
              <a:spcBef>
                <a:spcPts val="499"/>
              </a:spcBef>
              <a:buClr>
                <a:srgbClr val="000000"/>
              </a:buClr>
              <a:buFont typeface="Arial"/>
              <a:buChar char="•"/>
            </a:pPr>
            <a:r>
              <a:rPr lang="es-ES" sz="2000" b="0" u="none" strike="noStrike">
                <a:solidFill>
                  <a:schemeClr val="dk1"/>
                </a:solidFill>
                <a:effectLst/>
                <a:uFillTx/>
                <a:latin typeface="Calibri"/>
              </a:rPr>
              <a:t>Tercer nivel</a:t>
            </a:r>
          </a:p>
          <a:p>
            <a:pPr marL="1600200" lvl="3" indent="-228600" algn="l" defTabSz="914400">
              <a:lnSpc>
                <a:spcPct val="90000"/>
              </a:lnSpc>
              <a:spcBef>
                <a:spcPts val="499"/>
              </a:spcBef>
              <a:buClr>
                <a:srgbClr val="000000"/>
              </a:buClr>
              <a:buFont typeface="Arial"/>
              <a:buChar char="•"/>
            </a:pPr>
            <a:r>
              <a:rPr lang="es-ES" sz="1800" b="0" u="none" strike="noStrike">
                <a:solidFill>
                  <a:schemeClr val="dk1"/>
                </a:solidFill>
                <a:effectLst/>
                <a:uFillTx/>
                <a:latin typeface="Calibri"/>
              </a:rPr>
              <a:t>Cuarto nivel</a:t>
            </a:r>
          </a:p>
          <a:p>
            <a:pPr marL="2057400" lvl="4" indent="-228600" algn="l" defTabSz="914400">
              <a:lnSpc>
                <a:spcPct val="90000"/>
              </a:lnSpc>
              <a:spcBef>
                <a:spcPts val="499"/>
              </a:spcBef>
              <a:buClr>
                <a:srgbClr val="000000"/>
              </a:buClr>
              <a:buFont typeface="Arial"/>
              <a:buChar char="•"/>
            </a:pPr>
            <a:r>
              <a:rPr lang="es-ES" sz="1800" b="0" u="none" strike="noStrike">
                <a:solidFill>
                  <a:schemeClr val="dk1"/>
                </a:solidFill>
                <a:effectLst/>
                <a:uFillTx/>
                <a:latin typeface="Calibri"/>
              </a:rPr>
              <a:t>Quinto nivel</a:t>
            </a:r>
          </a:p>
        </p:txBody>
      </p:sp>
      <p:sp>
        <p:nvSpPr>
          <p:cNvPr id="31" name="PlaceHolder 3"/>
          <p:cNvSpPr>
            <a:spLocks noGrp="1"/>
          </p:cNvSpPr>
          <p:nvPr>
            <p:ph type="dt" idx="16"/>
          </p:nvPr>
        </p:nvSpPr>
        <p:spPr>
          <a:xfrm>
            <a:off x="838080" y="6356520"/>
            <a:ext cx="2742480" cy="36432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s-ES" sz="1200" b="0" u="none" strike="noStrike">
                <a:solidFill>
                  <a:schemeClr val="dk1">
                    <a:tint val="75000"/>
                  </a:schemeClr>
                </a:solidFill>
                <a:effectLst/>
                <a:uFillTx/>
                <a:latin typeface="Calibri"/>
              </a:defRPr>
            </a:lvl1pPr>
          </a:lstStyle>
          <a:p>
            <a:pPr indent="0" algn="l" defTabSz="914400">
              <a:lnSpc>
                <a:spcPct val="100000"/>
              </a:lnSpc>
              <a:buNone/>
              <a:tabLst>
                <a:tab pos="0" algn="l"/>
              </a:tabLst>
            </a:pPr>
            <a:r>
              <a:rPr lang="es-E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32" name="PlaceHolder 4"/>
          <p:cNvSpPr>
            <a:spLocks noGrp="1"/>
          </p:cNvSpPr>
          <p:nvPr>
            <p:ph type="ftr" idx="17"/>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p>
        </p:txBody>
      </p:sp>
      <p:sp>
        <p:nvSpPr>
          <p:cNvPr id="33" name="PlaceHolder 5"/>
          <p:cNvSpPr>
            <a:spLocks noGrp="1"/>
          </p:cNvSpPr>
          <p:nvPr>
            <p:ph type="sldNum" idx="18"/>
          </p:nvPr>
        </p:nvSpPr>
        <p:spPr>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ES"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66C76B43-1AFB-45F1-AD17-8BD1548D0572}" type="slidenum">
              <a:rPr lang="es-ES" sz="1200" b="0" u="none" strike="noStrike">
                <a:solidFill>
                  <a:schemeClr val="dk1">
                    <a:tint val="75000"/>
                  </a:schemeClr>
                </a:solidFill>
                <a:effectLst/>
                <a:uFillTx/>
                <a:latin typeface="Calibri"/>
              </a:rPr>
              <a:t>‹Nr.›</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ítulo y objetos">
    <p:bg>
      <p:bgPr>
        <a:solidFill>
          <a:srgbClr val="FFFFFF"/>
        </a:solidFill>
        <a:effectLst/>
      </p:bgPr>
    </p:bg>
    <p:spTree>
      <p:nvGrpSpPr>
        <p:cNvPr id="1" name=""/>
        <p:cNvGrpSpPr/>
        <p:nvPr/>
      </p:nvGrpSpPr>
      <p:grpSpPr>
        <a:xfrm>
          <a:off x="0" y="0"/>
          <a:ext cx="0" cy="0"/>
          <a:chOff x="0" y="0"/>
          <a:chExt cx="0" cy="0"/>
        </a:xfrm>
      </p:grpSpPr>
      <p:sp>
        <p:nvSpPr>
          <p:cNvPr id="34" name="PlaceHolder 1"/>
          <p:cNvSpPr>
            <a:spLocks noGrp="1"/>
          </p:cNvSpPr>
          <p:nvPr>
            <p:ph type="title"/>
          </p:nvPr>
        </p:nvSpPr>
        <p:spPr>
          <a:xfrm>
            <a:off x="838080" y="365040"/>
            <a:ext cx="10514880" cy="1324800"/>
          </a:xfrm>
          <a:prstGeom prst="rect">
            <a:avLst/>
          </a:prstGeom>
          <a:noFill/>
          <a:ln w="0">
            <a:noFill/>
          </a:ln>
        </p:spPr>
        <p:txBody>
          <a:bodyPr lIns="91440" tIns="45720" rIns="91440" bIns="45720" anchor="ctr">
            <a:noAutofit/>
          </a:bodyPr>
          <a:lstStyle>
            <a:lvl1pPr indent="0" algn="l" defTabSz="914400">
              <a:lnSpc>
                <a:spcPct val="90000"/>
              </a:lnSpc>
              <a:buNone/>
              <a:tabLst>
                <a:tab pos="0" algn="l"/>
              </a:tabLst>
              <a:defRPr lang="es-ES" sz="4400" b="0" u="none" strike="noStrike">
                <a:solidFill>
                  <a:schemeClr val="dk1"/>
                </a:solidFill>
                <a:effectLst/>
                <a:uFillTx/>
                <a:latin typeface="Calibri Light"/>
              </a:defRPr>
            </a:lvl1pPr>
          </a:lstStyle>
          <a:p>
            <a:pPr indent="0" algn="l" defTabSz="914400">
              <a:lnSpc>
                <a:spcPct val="90000"/>
              </a:lnSpc>
              <a:buNone/>
              <a:tabLst>
                <a:tab pos="0" algn="l"/>
              </a:tabLst>
            </a:pPr>
            <a:r>
              <a:rPr lang="es-ES" sz="4400" b="0" u="none" strike="noStrike">
                <a:solidFill>
                  <a:schemeClr val="dk1"/>
                </a:solidFill>
                <a:effectLst/>
                <a:uFillTx/>
                <a:latin typeface="Calibri Light"/>
              </a:rPr>
              <a:t>Haga clic para modificar el estilo de título del patrón</a:t>
            </a:r>
          </a:p>
        </p:txBody>
      </p:sp>
      <p:sp>
        <p:nvSpPr>
          <p:cNvPr id="35" name="PlaceHolder 2"/>
          <p:cNvSpPr>
            <a:spLocks noGrp="1"/>
          </p:cNvSpPr>
          <p:nvPr>
            <p:ph type="body"/>
          </p:nvPr>
        </p:nvSpPr>
        <p:spPr>
          <a:xfrm>
            <a:off x="838080" y="1825560"/>
            <a:ext cx="10514880" cy="435060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es-ES" sz="28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defRPr lang="es-ES" sz="24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defRPr lang="es-ES" sz="20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defRPr lang="es-ES" sz="18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defRPr lang="es-ES" sz="18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pPr>
            <a:r>
              <a:rPr lang="es-ES" sz="2800" b="0" u="none" strike="noStrike">
                <a:solidFill>
                  <a:schemeClr val="dk1"/>
                </a:solidFill>
                <a:effectLst/>
                <a:uFillTx/>
                <a:latin typeface="Calibri"/>
              </a:rPr>
              <a:t>Haga clic para modificar los estilos de texto del patrón</a:t>
            </a:r>
          </a:p>
          <a:p>
            <a:pPr marL="685800" lvl="1" indent="-228600" algn="l" defTabSz="914400">
              <a:lnSpc>
                <a:spcPct val="90000"/>
              </a:lnSpc>
              <a:spcBef>
                <a:spcPts val="499"/>
              </a:spcBef>
              <a:buClr>
                <a:srgbClr val="000000"/>
              </a:buClr>
              <a:buFont typeface="Arial"/>
              <a:buChar char="•"/>
            </a:pPr>
            <a:r>
              <a:rPr lang="es-ES" sz="2400" b="0" u="none" strike="noStrike">
                <a:solidFill>
                  <a:schemeClr val="dk1"/>
                </a:solidFill>
                <a:effectLst/>
                <a:uFillTx/>
                <a:latin typeface="Calibri"/>
              </a:rPr>
              <a:t>Segundo nivel</a:t>
            </a:r>
          </a:p>
          <a:p>
            <a:pPr marL="1143000" lvl="2" indent="-228600" algn="l" defTabSz="914400">
              <a:lnSpc>
                <a:spcPct val="90000"/>
              </a:lnSpc>
              <a:spcBef>
                <a:spcPts val="499"/>
              </a:spcBef>
              <a:buClr>
                <a:srgbClr val="000000"/>
              </a:buClr>
              <a:buFont typeface="Arial"/>
              <a:buChar char="•"/>
            </a:pPr>
            <a:r>
              <a:rPr lang="es-ES" sz="2000" b="0" u="none" strike="noStrike">
                <a:solidFill>
                  <a:schemeClr val="dk1"/>
                </a:solidFill>
                <a:effectLst/>
                <a:uFillTx/>
                <a:latin typeface="Calibri"/>
              </a:rPr>
              <a:t>Tercer nivel</a:t>
            </a:r>
          </a:p>
          <a:p>
            <a:pPr marL="1600200" lvl="3" indent="-228600" algn="l" defTabSz="914400">
              <a:lnSpc>
                <a:spcPct val="90000"/>
              </a:lnSpc>
              <a:spcBef>
                <a:spcPts val="499"/>
              </a:spcBef>
              <a:buClr>
                <a:srgbClr val="000000"/>
              </a:buClr>
              <a:buFont typeface="Arial"/>
              <a:buChar char="•"/>
            </a:pPr>
            <a:r>
              <a:rPr lang="es-ES" sz="1800" b="0" u="none" strike="noStrike">
                <a:solidFill>
                  <a:schemeClr val="dk1"/>
                </a:solidFill>
                <a:effectLst/>
                <a:uFillTx/>
                <a:latin typeface="Calibri"/>
              </a:rPr>
              <a:t>Cuarto nivel</a:t>
            </a:r>
          </a:p>
          <a:p>
            <a:pPr marL="2057400" lvl="4" indent="-228600" algn="l" defTabSz="914400">
              <a:lnSpc>
                <a:spcPct val="90000"/>
              </a:lnSpc>
              <a:spcBef>
                <a:spcPts val="499"/>
              </a:spcBef>
              <a:buClr>
                <a:srgbClr val="000000"/>
              </a:buClr>
              <a:buFont typeface="Arial"/>
              <a:buChar char="•"/>
            </a:pPr>
            <a:r>
              <a:rPr lang="es-ES" sz="1800" b="0" u="none" strike="noStrike">
                <a:solidFill>
                  <a:schemeClr val="dk1"/>
                </a:solidFill>
                <a:effectLst/>
                <a:uFillTx/>
                <a:latin typeface="Calibri"/>
              </a:rPr>
              <a:t>Quinto nivel</a:t>
            </a:r>
          </a:p>
        </p:txBody>
      </p:sp>
      <p:sp>
        <p:nvSpPr>
          <p:cNvPr id="36" name="PlaceHolder 3"/>
          <p:cNvSpPr>
            <a:spLocks noGrp="1"/>
          </p:cNvSpPr>
          <p:nvPr>
            <p:ph type="dt" idx="19"/>
          </p:nvPr>
        </p:nvSpPr>
        <p:spPr>
          <a:xfrm>
            <a:off x="838080" y="6356520"/>
            <a:ext cx="2742480" cy="36432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s-ES" sz="1200" b="0" u="none" strike="noStrike">
                <a:solidFill>
                  <a:schemeClr val="dk1">
                    <a:tint val="75000"/>
                  </a:schemeClr>
                </a:solidFill>
                <a:effectLst/>
                <a:uFillTx/>
                <a:latin typeface="Calibri"/>
              </a:defRPr>
            </a:lvl1pPr>
          </a:lstStyle>
          <a:p>
            <a:pPr indent="0" algn="l" defTabSz="914400">
              <a:lnSpc>
                <a:spcPct val="100000"/>
              </a:lnSpc>
              <a:buNone/>
              <a:tabLst>
                <a:tab pos="0" algn="l"/>
              </a:tabLst>
            </a:pPr>
            <a:r>
              <a:rPr lang="es-E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37" name="PlaceHolder 4"/>
          <p:cNvSpPr>
            <a:spLocks noGrp="1"/>
          </p:cNvSpPr>
          <p:nvPr>
            <p:ph type="ftr" idx="20"/>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p>
        </p:txBody>
      </p:sp>
      <p:sp>
        <p:nvSpPr>
          <p:cNvPr id="38" name="PlaceHolder 5"/>
          <p:cNvSpPr>
            <a:spLocks noGrp="1"/>
          </p:cNvSpPr>
          <p:nvPr>
            <p:ph type="sldNum" idx="21"/>
          </p:nvPr>
        </p:nvSpPr>
        <p:spPr>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ES"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BFF4E566-CBD6-45F4-8EC1-A28CC9B879DE}" type="slidenum">
              <a:rPr lang="es-ES" sz="1200" b="0" u="none" strike="noStrike">
                <a:solidFill>
                  <a:schemeClr val="dk1">
                    <a:tint val="75000"/>
                  </a:schemeClr>
                </a:solidFill>
                <a:effectLst/>
                <a:uFillTx/>
                <a:latin typeface="Calibri"/>
              </a:rPr>
              <a:t>‹Nr.›</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Encabezado de sección">
    <p:bg>
      <p:bgPr>
        <a:solidFill>
          <a:srgbClr val="FFFFFF"/>
        </a:solidFill>
        <a:effectLst/>
      </p:bgPr>
    </p:bg>
    <p:spTree>
      <p:nvGrpSpPr>
        <p:cNvPr id="1" name=""/>
        <p:cNvGrpSpPr/>
        <p:nvPr/>
      </p:nvGrpSpPr>
      <p:grpSpPr>
        <a:xfrm>
          <a:off x="0" y="0"/>
          <a:ext cx="0" cy="0"/>
          <a:chOff x="0" y="0"/>
          <a:chExt cx="0" cy="0"/>
        </a:xfrm>
      </p:grpSpPr>
      <p:sp>
        <p:nvSpPr>
          <p:cNvPr id="39" name="PlaceHolder 1"/>
          <p:cNvSpPr>
            <a:spLocks noGrp="1"/>
          </p:cNvSpPr>
          <p:nvPr>
            <p:ph type="title"/>
          </p:nvPr>
        </p:nvSpPr>
        <p:spPr>
          <a:xfrm>
            <a:off x="831960" y="1709640"/>
            <a:ext cx="10514880" cy="2851920"/>
          </a:xfrm>
          <a:prstGeom prst="rect">
            <a:avLst/>
          </a:prstGeom>
          <a:noFill/>
          <a:ln w="0">
            <a:noFill/>
          </a:ln>
        </p:spPr>
        <p:txBody>
          <a:bodyPr lIns="91440" tIns="45720" rIns="91440" bIns="45720" anchor="b">
            <a:noAutofit/>
          </a:bodyPr>
          <a:lstStyle>
            <a:lvl1pPr indent="0" algn="l" defTabSz="914400">
              <a:lnSpc>
                <a:spcPct val="90000"/>
              </a:lnSpc>
              <a:buNone/>
              <a:tabLst>
                <a:tab pos="0" algn="l"/>
              </a:tabLst>
              <a:defRPr lang="es-ES" sz="6000" b="0" u="none" strike="noStrike">
                <a:solidFill>
                  <a:schemeClr val="dk1"/>
                </a:solidFill>
                <a:effectLst/>
                <a:uFillTx/>
                <a:latin typeface="Calibri Light"/>
              </a:defRPr>
            </a:lvl1pPr>
          </a:lstStyle>
          <a:p>
            <a:pPr indent="0" algn="l" defTabSz="914400">
              <a:lnSpc>
                <a:spcPct val="90000"/>
              </a:lnSpc>
              <a:buNone/>
              <a:tabLst>
                <a:tab pos="0" algn="l"/>
              </a:tabLst>
            </a:pPr>
            <a:r>
              <a:rPr lang="es-ES" sz="6000" b="0" u="none" strike="noStrike">
                <a:solidFill>
                  <a:schemeClr val="dk1"/>
                </a:solidFill>
                <a:effectLst/>
                <a:uFillTx/>
                <a:latin typeface="Calibri Light"/>
              </a:rPr>
              <a:t>Haga clic para modificar el estilo de título del patrón</a:t>
            </a:r>
          </a:p>
        </p:txBody>
      </p:sp>
      <p:sp>
        <p:nvSpPr>
          <p:cNvPr id="40" name="PlaceHolder 2"/>
          <p:cNvSpPr>
            <a:spLocks noGrp="1"/>
          </p:cNvSpPr>
          <p:nvPr>
            <p:ph type="body"/>
          </p:nvPr>
        </p:nvSpPr>
        <p:spPr>
          <a:xfrm>
            <a:off x="831960" y="4589640"/>
            <a:ext cx="10514880" cy="1499400"/>
          </a:xfrm>
          <a:prstGeom prst="rect">
            <a:avLst/>
          </a:prstGeom>
          <a:noFill/>
          <a:ln w="0">
            <a:noFill/>
          </a:ln>
        </p:spPr>
        <p:txBody>
          <a:bodyPr lIns="91440" tIns="45720" rIns="91440" bIns="45720" anchor="t">
            <a:noAutofit/>
          </a:bodyPr>
          <a:lstStyle>
            <a:lvl1pPr indent="0" algn="l" defTabSz="914400">
              <a:lnSpc>
                <a:spcPct val="90000"/>
              </a:lnSpc>
              <a:spcBef>
                <a:spcPts val="1001"/>
              </a:spcBef>
              <a:buNone/>
              <a:tabLst>
                <a:tab pos="0" algn="l"/>
              </a:tabLst>
              <a:defRPr lang="es-ES" sz="2400" b="0" u="none" strike="noStrike">
                <a:solidFill>
                  <a:schemeClr val="dk1">
                    <a:tint val="75000"/>
                  </a:schemeClr>
                </a:solidFill>
                <a:effectLst/>
                <a:uFillTx/>
                <a:latin typeface="Calibri"/>
              </a:defRPr>
            </a:lvl1pPr>
          </a:lstStyle>
          <a:p>
            <a:pPr indent="0" algn="l" defTabSz="914400">
              <a:lnSpc>
                <a:spcPct val="90000"/>
              </a:lnSpc>
              <a:spcBef>
                <a:spcPts val="1001"/>
              </a:spcBef>
              <a:buNone/>
              <a:tabLst>
                <a:tab pos="0" algn="l"/>
              </a:tabLst>
            </a:pPr>
            <a:r>
              <a:rPr lang="es-ES" sz="2400" b="0" u="none" strike="noStrike">
                <a:solidFill>
                  <a:schemeClr val="dk1">
                    <a:tint val="75000"/>
                  </a:schemeClr>
                </a:solidFill>
                <a:effectLst/>
                <a:uFillTx/>
                <a:latin typeface="Calibri"/>
              </a:rPr>
              <a:t>Haga clic para modificar los estilos de texto del patrón</a:t>
            </a:r>
          </a:p>
        </p:txBody>
      </p:sp>
      <p:sp>
        <p:nvSpPr>
          <p:cNvPr id="41" name="PlaceHolder 3"/>
          <p:cNvSpPr>
            <a:spLocks noGrp="1"/>
          </p:cNvSpPr>
          <p:nvPr>
            <p:ph type="dt" idx="22"/>
          </p:nvPr>
        </p:nvSpPr>
        <p:spPr>
          <a:xfrm>
            <a:off x="838080" y="6356520"/>
            <a:ext cx="2742480" cy="36432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s-ES" sz="1200" b="0" u="none" strike="noStrike">
                <a:solidFill>
                  <a:schemeClr val="dk1">
                    <a:tint val="75000"/>
                  </a:schemeClr>
                </a:solidFill>
                <a:effectLst/>
                <a:uFillTx/>
                <a:latin typeface="Calibri"/>
              </a:defRPr>
            </a:lvl1pPr>
          </a:lstStyle>
          <a:p>
            <a:pPr indent="0" algn="l" defTabSz="914400">
              <a:lnSpc>
                <a:spcPct val="100000"/>
              </a:lnSpc>
              <a:buNone/>
              <a:tabLst>
                <a:tab pos="0" algn="l"/>
              </a:tabLst>
            </a:pPr>
            <a:r>
              <a:rPr lang="es-E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2" name="PlaceHolder 4"/>
          <p:cNvSpPr>
            <a:spLocks noGrp="1"/>
          </p:cNvSpPr>
          <p:nvPr>
            <p:ph type="ftr" idx="23"/>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p>
        </p:txBody>
      </p:sp>
      <p:sp>
        <p:nvSpPr>
          <p:cNvPr id="43" name="PlaceHolder 5"/>
          <p:cNvSpPr>
            <a:spLocks noGrp="1"/>
          </p:cNvSpPr>
          <p:nvPr>
            <p:ph type="sldNum" idx="24"/>
          </p:nvPr>
        </p:nvSpPr>
        <p:spPr>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ES"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733971D6-833E-4DF3-AA99-CD8C5F4B5C53}" type="slidenum">
              <a:rPr lang="es-ES" sz="1200" b="0" u="none" strike="noStrike">
                <a:solidFill>
                  <a:schemeClr val="dk1">
                    <a:tint val="75000"/>
                  </a:schemeClr>
                </a:solidFill>
                <a:effectLst/>
                <a:uFillTx/>
                <a:latin typeface="Calibri"/>
              </a:rPr>
              <a:t>‹Nr.›</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Dos objetos">
    <p:bg>
      <p:bgPr>
        <a:solidFill>
          <a:srgbClr val="FFFFFF"/>
        </a:solidFill>
        <a:effectLst/>
      </p:bgPr>
    </p:bg>
    <p:spTree>
      <p:nvGrpSpPr>
        <p:cNvPr id="1" name=""/>
        <p:cNvGrpSpPr/>
        <p:nvPr/>
      </p:nvGrpSpPr>
      <p:grpSpPr>
        <a:xfrm>
          <a:off x="0" y="0"/>
          <a:ext cx="0" cy="0"/>
          <a:chOff x="0" y="0"/>
          <a:chExt cx="0" cy="0"/>
        </a:xfrm>
      </p:grpSpPr>
      <p:sp>
        <p:nvSpPr>
          <p:cNvPr id="44" name="PlaceHolder 1"/>
          <p:cNvSpPr>
            <a:spLocks noGrp="1"/>
          </p:cNvSpPr>
          <p:nvPr>
            <p:ph type="title"/>
          </p:nvPr>
        </p:nvSpPr>
        <p:spPr>
          <a:xfrm>
            <a:off x="838080" y="365040"/>
            <a:ext cx="10514880" cy="1324800"/>
          </a:xfrm>
          <a:prstGeom prst="rect">
            <a:avLst/>
          </a:prstGeom>
          <a:noFill/>
          <a:ln w="0">
            <a:noFill/>
          </a:ln>
        </p:spPr>
        <p:txBody>
          <a:bodyPr lIns="91440" tIns="45720" rIns="91440" bIns="45720" anchor="ctr">
            <a:noAutofit/>
          </a:bodyPr>
          <a:lstStyle>
            <a:lvl1pPr indent="0" algn="l" defTabSz="914400">
              <a:lnSpc>
                <a:spcPct val="90000"/>
              </a:lnSpc>
              <a:buNone/>
              <a:tabLst>
                <a:tab pos="0" algn="l"/>
              </a:tabLst>
              <a:defRPr lang="es-ES" sz="4400" b="0" u="none" strike="noStrike">
                <a:solidFill>
                  <a:schemeClr val="dk1"/>
                </a:solidFill>
                <a:effectLst/>
                <a:uFillTx/>
                <a:latin typeface="Calibri Light"/>
              </a:defRPr>
            </a:lvl1pPr>
          </a:lstStyle>
          <a:p>
            <a:pPr indent="0" algn="l" defTabSz="914400">
              <a:lnSpc>
                <a:spcPct val="90000"/>
              </a:lnSpc>
              <a:buNone/>
              <a:tabLst>
                <a:tab pos="0" algn="l"/>
              </a:tabLst>
            </a:pPr>
            <a:r>
              <a:rPr lang="es-ES" sz="4400" b="0" u="none" strike="noStrike">
                <a:solidFill>
                  <a:schemeClr val="dk1"/>
                </a:solidFill>
                <a:effectLst/>
                <a:uFillTx/>
                <a:latin typeface="Calibri Light"/>
              </a:rPr>
              <a:t>Haga clic para modificar el estilo de título del patrón</a:t>
            </a:r>
          </a:p>
        </p:txBody>
      </p:sp>
      <p:sp>
        <p:nvSpPr>
          <p:cNvPr id="45" name="PlaceHolder 2"/>
          <p:cNvSpPr>
            <a:spLocks noGrp="1"/>
          </p:cNvSpPr>
          <p:nvPr>
            <p:ph type="body"/>
          </p:nvPr>
        </p:nvSpPr>
        <p:spPr>
          <a:xfrm>
            <a:off x="838080" y="1825560"/>
            <a:ext cx="5180760" cy="435060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es-ES" sz="28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defRPr lang="es-ES" sz="24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defRPr lang="es-ES" sz="20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defRPr lang="es-ES" sz="18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defRPr lang="es-ES" sz="18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pPr>
            <a:r>
              <a:rPr lang="es-ES" sz="2800" b="0" u="none" strike="noStrike">
                <a:solidFill>
                  <a:schemeClr val="dk1"/>
                </a:solidFill>
                <a:effectLst/>
                <a:uFillTx/>
                <a:latin typeface="Calibri"/>
              </a:rPr>
              <a:t>Haga clic para modificar los estilos de texto del patrón</a:t>
            </a:r>
          </a:p>
          <a:p>
            <a:pPr marL="685800" lvl="1" indent="-228600" algn="l" defTabSz="914400">
              <a:lnSpc>
                <a:spcPct val="90000"/>
              </a:lnSpc>
              <a:spcBef>
                <a:spcPts val="499"/>
              </a:spcBef>
              <a:buClr>
                <a:srgbClr val="000000"/>
              </a:buClr>
              <a:buFont typeface="Arial"/>
              <a:buChar char="•"/>
            </a:pPr>
            <a:r>
              <a:rPr lang="es-ES" sz="2400" b="0" u="none" strike="noStrike">
                <a:solidFill>
                  <a:schemeClr val="dk1"/>
                </a:solidFill>
                <a:effectLst/>
                <a:uFillTx/>
                <a:latin typeface="Calibri"/>
              </a:rPr>
              <a:t>Segundo nivel</a:t>
            </a:r>
          </a:p>
          <a:p>
            <a:pPr marL="1143000" lvl="2" indent="-228600" algn="l" defTabSz="914400">
              <a:lnSpc>
                <a:spcPct val="90000"/>
              </a:lnSpc>
              <a:spcBef>
                <a:spcPts val="499"/>
              </a:spcBef>
              <a:buClr>
                <a:srgbClr val="000000"/>
              </a:buClr>
              <a:buFont typeface="Arial"/>
              <a:buChar char="•"/>
            </a:pPr>
            <a:r>
              <a:rPr lang="es-ES" sz="2000" b="0" u="none" strike="noStrike">
                <a:solidFill>
                  <a:schemeClr val="dk1"/>
                </a:solidFill>
                <a:effectLst/>
                <a:uFillTx/>
                <a:latin typeface="Calibri"/>
              </a:rPr>
              <a:t>Tercer nivel</a:t>
            </a:r>
          </a:p>
          <a:p>
            <a:pPr marL="1600200" lvl="3" indent="-228600" algn="l" defTabSz="914400">
              <a:lnSpc>
                <a:spcPct val="90000"/>
              </a:lnSpc>
              <a:spcBef>
                <a:spcPts val="499"/>
              </a:spcBef>
              <a:buClr>
                <a:srgbClr val="000000"/>
              </a:buClr>
              <a:buFont typeface="Arial"/>
              <a:buChar char="•"/>
            </a:pPr>
            <a:r>
              <a:rPr lang="es-ES" sz="1800" b="0" u="none" strike="noStrike">
                <a:solidFill>
                  <a:schemeClr val="dk1"/>
                </a:solidFill>
                <a:effectLst/>
                <a:uFillTx/>
                <a:latin typeface="Calibri"/>
              </a:rPr>
              <a:t>Cuarto nivel</a:t>
            </a:r>
          </a:p>
          <a:p>
            <a:pPr marL="2057400" lvl="4" indent="-228600" algn="l" defTabSz="914400">
              <a:lnSpc>
                <a:spcPct val="90000"/>
              </a:lnSpc>
              <a:spcBef>
                <a:spcPts val="499"/>
              </a:spcBef>
              <a:buClr>
                <a:srgbClr val="000000"/>
              </a:buClr>
              <a:buFont typeface="Arial"/>
              <a:buChar char="•"/>
            </a:pPr>
            <a:r>
              <a:rPr lang="es-ES" sz="1800" b="0" u="none" strike="noStrike">
                <a:solidFill>
                  <a:schemeClr val="dk1"/>
                </a:solidFill>
                <a:effectLst/>
                <a:uFillTx/>
                <a:latin typeface="Calibri"/>
              </a:rPr>
              <a:t>Quinto nivel</a:t>
            </a:r>
          </a:p>
        </p:txBody>
      </p:sp>
      <p:sp>
        <p:nvSpPr>
          <p:cNvPr id="46" name="PlaceHolder 3"/>
          <p:cNvSpPr>
            <a:spLocks noGrp="1"/>
          </p:cNvSpPr>
          <p:nvPr>
            <p:ph type="body"/>
          </p:nvPr>
        </p:nvSpPr>
        <p:spPr>
          <a:xfrm>
            <a:off x="6172200" y="1825560"/>
            <a:ext cx="5180760" cy="435060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es-ES" sz="28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defRPr lang="es-ES" sz="24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defRPr lang="es-ES" sz="20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defRPr lang="es-ES" sz="18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defRPr lang="es-ES" sz="18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pPr>
            <a:r>
              <a:rPr lang="es-ES" sz="2800" b="0" u="none" strike="noStrike">
                <a:solidFill>
                  <a:schemeClr val="dk1"/>
                </a:solidFill>
                <a:effectLst/>
                <a:uFillTx/>
                <a:latin typeface="Calibri"/>
              </a:rPr>
              <a:t>Haga clic para modificar los estilos de texto del patrón</a:t>
            </a:r>
          </a:p>
          <a:p>
            <a:pPr marL="685800" lvl="1" indent="-228600" algn="l" defTabSz="914400">
              <a:lnSpc>
                <a:spcPct val="90000"/>
              </a:lnSpc>
              <a:spcBef>
                <a:spcPts val="499"/>
              </a:spcBef>
              <a:buClr>
                <a:srgbClr val="000000"/>
              </a:buClr>
              <a:buFont typeface="Arial"/>
              <a:buChar char="•"/>
            </a:pPr>
            <a:r>
              <a:rPr lang="es-ES" sz="2400" b="0" u="none" strike="noStrike">
                <a:solidFill>
                  <a:schemeClr val="dk1"/>
                </a:solidFill>
                <a:effectLst/>
                <a:uFillTx/>
                <a:latin typeface="Calibri"/>
              </a:rPr>
              <a:t>Segundo nivel</a:t>
            </a:r>
          </a:p>
          <a:p>
            <a:pPr marL="1143000" lvl="2" indent="-228600" algn="l" defTabSz="914400">
              <a:lnSpc>
                <a:spcPct val="90000"/>
              </a:lnSpc>
              <a:spcBef>
                <a:spcPts val="499"/>
              </a:spcBef>
              <a:buClr>
                <a:srgbClr val="000000"/>
              </a:buClr>
              <a:buFont typeface="Arial"/>
              <a:buChar char="•"/>
            </a:pPr>
            <a:r>
              <a:rPr lang="es-ES" sz="2000" b="0" u="none" strike="noStrike">
                <a:solidFill>
                  <a:schemeClr val="dk1"/>
                </a:solidFill>
                <a:effectLst/>
                <a:uFillTx/>
                <a:latin typeface="Calibri"/>
              </a:rPr>
              <a:t>Tercer nivel</a:t>
            </a:r>
          </a:p>
          <a:p>
            <a:pPr marL="1600200" lvl="3" indent="-228600" algn="l" defTabSz="914400">
              <a:lnSpc>
                <a:spcPct val="90000"/>
              </a:lnSpc>
              <a:spcBef>
                <a:spcPts val="499"/>
              </a:spcBef>
              <a:buClr>
                <a:srgbClr val="000000"/>
              </a:buClr>
              <a:buFont typeface="Arial"/>
              <a:buChar char="•"/>
            </a:pPr>
            <a:r>
              <a:rPr lang="es-ES" sz="1800" b="0" u="none" strike="noStrike">
                <a:solidFill>
                  <a:schemeClr val="dk1"/>
                </a:solidFill>
                <a:effectLst/>
                <a:uFillTx/>
                <a:latin typeface="Calibri"/>
              </a:rPr>
              <a:t>Cuarto nivel</a:t>
            </a:r>
          </a:p>
          <a:p>
            <a:pPr marL="2057400" lvl="4" indent="-228600" algn="l" defTabSz="914400">
              <a:lnSpc>
                <a:spcPct val="90000"/>
              </a:lnSpc>
              <a:spcBef>
                <a:spcPts val="499"/>
              </a:spcBef>
              <a:buClr>
                <a:srgbClr val="000000"/>
              </a:buClr>
              <a:buFont typeface="Arial"/>
              <a:buChar char="•"/>
            </a:pPr>
            <a:r>
              <a:rPr lang="es-ES" sz="1800" b="0" u="none" strike="noStrike">
                <a:solidFill>
                  <a:schemeClr val="dk1"/>
                </a:solidFill>
                <a:effectLst/>
                <a:uFillTx/>
                <a:latin typeface="Calibri"/>
              </a:rPr>
              <a:t>Quinto nivel</a:t>
            </a:r>
          </a:p>
        </p:txBody>
      </p:sp>
      <p:sp>
        <p:nvSpPr>
          <p:cNvPr id="47" name="PlaceHolder 4"/>
          <p:cNvSpPr>
            <a:spLocks noGrp="1"/>
          </p:cNvSpPr>
          <p:nvPr>
            <p:ph type="dt" idx="25"/>
          </p:nvPr>
        </p:nvSpPr>
        <p:spPr>
          <a:xfrm>
            <a:off x="838080" y="6356520"/>
            <a:ext cx="2742480" cy="36432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s-ES" sz="1200" b="0" u="none" strike="noStrike">
                <a:solidFill>
                  <a:schemeClr val="dk1">
                    <a:tint val="75000"/>
                  </a:schemeClr>
                </a:solidFill>
                <a:effectLst/>
                <a:uFillTx/>
                <a:latin typeface="Calibri"/>
              </a:defRPr>
            </a:lvl1pPr>
          </a:lstStyle>
          <a:p>
            <a:pPr indent="0" algn="l" defTabSz="914400">
              <a:lnSpc>
                <a:spcPct val="100000"/>
              </a:lnSpc>
              <a:buNone/>
              <a:tabLst>
                <a:tab pos="0" algn="l"/>
              </a:tabLst>
            </a:pPr>
            <a:r>
              <a:rPr lang="es-E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8" name="PlaceHolder 5"/>
          <p:cNvSpPr>
            <a:spLocks noGrp="1"/>
          </p:cNvSpPr>
          <p:nvPr>
            <p:ph type="ftr" idx="26"/>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p>
        </p:txBody>
      </p:sp>
      <p:sp>
        <p:nvSpPr>
          <p:cNvPr id="49" name="PlaceHolder 6"/>
          <p:cNvSpPr>
            <a:spLocks noGrp="1"/>
          </p:cNvSpPr>
          <p:nvPr>
            <p:ph type="sldNum" idx="27"/>
          </p:nvPr>
        </p:nvSpPr>
        <p:spPr>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ES"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C1F0A1B7-8BE8-4DA2-95C8-E26C4DC0449E}" type="slidenum">
              <a:rPr lang="es-ES" sz="1200" b="0" u="none" strike="noStrike">
                <a:solidFill>
                  <a:schemeClr val="dk1">
                    <a:tint val="75000"/>
                  </a:schemeClr>
                </a:solidFill>
                <a:effectLst/>
                <a:uFillTx/>
                <a:latin typeface="Calibri"/>
              </a:rPr>
              <a:t>‹Nr.›</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omparación">
    <p:bg>
      <p:bgPr>
        <a:solidFill>
          <a:srgbClr val="FFFFFF"/>
        </a:solidFill>
        <a:effectLst/>
      </p:bgPr>
    </p:bg>
    <p:spTree>
      <p:nvGrpSpPr>
        <p:cNvPr id="1" name=""/>
        <p:cNvGrpSpPr/>
        <p:nvPr/>
      </p:nvGrpSpPr>
      <p:grpSpPr>
        <a:xfrm>
          <a:off x="0" y="0"/>
          <a:ext cx="0" cy="0"/>
          <a:chOff x="0" y="0"/>
          <a:chExt cx="0" cy="0"/>
        </a:xfrm>
      </p:grpSpPr>
      <p:sp>
        <p:nvSpPr>
          <p:cNvPr id="50" name="PlaceHolder 1"/>
          <p:cNvSpPr>
            <a:spLocks noGrp="1"/>
          </p:cNvSpPr>
          <p:nvPr>
            <p:ph type="title"/>
          </p:nvPr>
        </p:nvSpPr>
        <p:spPr>
          <a:xfrm>
            <a:off x="839880" y="365040"/>
            <a:ext cx="10514880" cy="1324800"/>
          </a:xfrm>
          <a:prstGeom prst="rect">
            <a:avLst/>
          </a:prstGeom>
          <a:noFill/>
          <a:ln w="0">
            <a:noFill/>
          </a:ln>
        </p:spPr>
        <p:txBody>
          <a:bodyPr lIns="91440" tIns="45720" rIns="91440" bIns="45720" anchor="ctr">
            <a:noAutofit/>
          </a:bodyPr>
          <a:lstStyle>
            <a:lvl1pPr indent="0" algn="l" defTabSz="914400">
              <a:lnSpc>
                <a:spcPct val="90000"/>
              </a:lnSpc>
              <a:buNone/>
              <a:tabLst>
                <a:tab pos="0" algn="l"/>
              </a:tabLst>
              <a:defRPr lang="es-ES" sz="4400" b="0" u="none" strike="noStrike">
                <a:solidFill>
                  <a:schemeClr val="dk1"/>
                </a:solidFill>
                <a:effectLst/>
                <a:uFillTx/>
                <a:latin typeface="Calibri Light"/>
              </a:defRPr>
            </a:lvl1pPr>
          </a:lstStyle>
          <a:p>
            <a:pPr indent="0" algn="l" defTabSz="914400">
              <a:lnSpc>
                <a:spcPct val="90000"/>
              </a:lnSpc>
              <a:buNone/>
              <a:tabLst>
                <a:tab pos="0" algn="l"/>
              </a:tabLst>
            </a:pPr>
            <a:r>
              <a:rPr lang="es-ES" sz="4400" b="0" u="none" strike="noStrike">
                <a:solidFill>
                  <a:schemeClr val="dk1"/>
                </a:solidFill>
                <a:effectLst/>
                <a:uFillTx/>
                <a:latin typeface="Calibri Light"/>
              </a:rPr>
              <a:t>Haga clic para modificar el estilo de título del patrón</a:t>
            </a:r>
          </a:p>
        </p:txBody>
      </p:sp>
      <p:sp>
        <p:nvSpPr>
          <p:cNvPr id="51" name="PlaceHolder 2"/>
          <p:cNvSpPr>
            <a:spLocks noGrp="1"/>
          </p:cNvSpPr>
          <p:nvPr>
            <p:ph type="body"/>
          </p:nvPr>
        </p:nvSpPr>
        <p:spPr>
          <a:xfrm>
            <a:off x="839880" y="1681200"/>
            <a:ext cx="5157000" cy="823320"/>
          </a:xfrm>
          <a:prstGeom prst="rect">
            <a:avLst/>
          </a:prstGeom>
          <a:noFill/>
          <a:ln w="0">
            <a:noFill/>
          </a:ln>
        </p:spPr>
        <p:txBody>
          <a:bodyPr lIns="91440" tIns="45720" rIns="91440" bIns="45720" anchor="b">
            <a:noAutofit/>
          </a:bodyPr>
          <a:lstStyle>
            <a:lvl1pPr indent="0" algn="l" defTabSz="914400">
              <a:lnSpc>
                <a:spcPct val="90000"/>
              </a:lnSpc>
              <a:spcBef>
                <a:spcPts val="1001"/>
              </a:spcBef>
              <a:buNone/>
              <a:tabLst>
                <a:tab pos="0" algn="l"/>
              </a:tabLst>
              <a:defRPr lang="es-ES" sz="2400" b="1" u="none" strike="noStrike">
                <a:solidFill>
                  <a:schemeClr val="dk1"/>
                </a:solidFill>
                <a:effectLst/>
                <a:uFillTx/>
                <a:latin typeface="Calibri"/>
              </a:defRPr>
            </a:lvl1pPr>
          </a:lstStyle>
          <a:p>
            <a:pPr indent="0" algn="l" defTabSz="914400">
              <a:lnSpc>
                <a:spcPct val="90000"/>
              </a:lnSpc>
              <a:spcBef>
                <a:spcPts val="1001"/>
              </a:spcBef>
              <a:buNone/>
              <a:tabLst>
                <a:tab pos="0" algn="l"/>
              </a:tabLst>
            </a:pPr>
            <a:r>
              <a:rPr lang="es-ES" sz="2400" b="1" u="none" strike="noStrike">
                <a:solidFill>
                  <a:schemeClr val="dk1"/>
                </a:solidFill>
                <a:effectLst/>
                <a:uFillTx/>
                <a:latin typeface="Calibri"/>
              </a:rPr>
              <a:t>Haga clic para modificar los estilos de texto del patrón</a:t>
            </a:r>
            <a:endParaRPr lang="es-ES" sz="2400" b="0" u="none" strike="noStrike">
              <a:solidFill>
                <a:schemeClr val="dk1"/>
              </a:solidFill>
              <a:effectLst/>
              <a:uFillTx/>
              <a:latin typeface="Calibri"/>
            </a:endParaRPr>
          </a:p>
        </p:txBody>
      </p:sp>
      <p:sp>
        <p:nvSpPr>
          <p:cNvPr id="52" name="PlaceHolder 3"/>
          <p:cNvSpPr>
            <a:spLocks noGrp="1"/>
          </p:cNvSpPr>
          <p:nvPr>
            <p:ph type="body"/>
          </p:nvPr>
        </p:nvSpPr>
        <p:spPr>
          <a:xfrm>
            <a:off x="839880" y="2505240"/>
            <a:ext cx="5157000" cy="368388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tabLst>
                <a:tab pos="0" algn="l"/>
              </a:tabLst>
              <a:defRPr lang="es-ES" sz="28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tabLst>
                <a:tab pos="0" algn="l"/>
              </a:tabLst>
              <a:defRPr lang="es-ES" sz="24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tabLst>
                <a:tab pos="0" algn="l"/>
              </a:tabLst>
              <a:defRPr lang="es-ES" sz="20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tabLst>
                <a:tab pos="0" algn="l"/>
              </a:tabLst>
              <a:defRPr lang="es-ES" sz="18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tabLst>
                <a:tab pos="0" algn="l"/>
              </a:tabLst>
              <a:defRPr lang="es-ES" sz="18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tabLst>
                <a:tab pos="0" algn="l"/>
              </a:tabLst>
            </a:pPr>
            <a:r>
              <a:rPr lang="es-ES" sz="2800" b="0" u="none" strike="noStrike">
                <a:solidFill>
                  <a:schemeClr val="dk1"/>
                </a:solidFill>
                <a:effectLst/>
                <a:uFillTx/>
                <a:latin typeface="Calibri"/>
              </a:rPr>
              <a:t>Haga clic para modificar los estilos de texto del patrón</a:t>
            </a:r>
          </a:p>
          <a:p>
            <a:pPr marL="685800" lvl="1" indent="-228600" algn="l" defTabSz="914400">
              <a:lnSpc>
                <a:spcPct val="90000"/>
              </a:lnSpc>
              <a:spcBef>
                <a:spcPts val="499"/>
              </a:spcBef>
              <a:buClr>
                <a:srgbClr val="000000"/>
              </a:buClr>
              <a:buFont typeface="Arial"/>
              <a:buChar char="•"/>
              <a:tabLst>
                <a:tab pos="0" algn="l"/>
              </a:tabLst>
            </a:pPr>
            <a:r>
              <a:rPr lang="es-ES" sz="2400" b="0" u="none" strike="noStrike">
                <a:solidFill>
                  <a:schemeClr val="dk1"/>
                </a:solidFill>
                <a:effectLst/>
                <a:uFillTx/>
                <a:latin typeface="Calibri"/>
              </a:rPr>
              <a:t>Segundo nivel</a:t>
            </a:r>
          </a:p>
          <a:p>
            <a:pPr marL="1143000" lvl="2" indent="-228600" algn="l" defTabSz="914400">
              <a:lnSpc>
                <a:spcPct val="90000"/>
              </a:lnSpc>
              <a:spcBef>
                <a:spcPts val="499"/>
              </a:spcBef>
              <a:buClr>
                <a:srgbClr val="000000"/>
              </a:buClr>
              <a:buFont typeface="Arial"/>
              <a:buChar char="•"/>
              <a:tabLst>
                <a:tab pos="0" algn="l"/>
              </a:tabLst>
            </a:pPr>
            <a:r>
              <a:rPr lang="es-ES" sz="2000" b="0" u="none" strike="noStrike">
                <a:solidFill>
                  <a:schemeClr val="dk1"/>
                </a:solidFill>
                <a:effectLst/>
                <a:uFillTx/>
                <a:latin typeface="Calibri"/>
              </a:rPr>
              <a:t>Tercer nivel</a:t>
            </a:r>
          </a:p>
          <a:p>
            <a:pPr marL="1600200" lvl="3" indent="-228600" algn="l" defTabSz="914400">
              <a:lnSpc>
                <a:spcPct val="90000"/>
              </a:lnSpc>
              <a:spcBef>
                <a:spcPts val="499"/>
              </a:spcBef>
              <a:buClr>
                <a:srgbClr val="000000"/>
              </a:buClr>
              <a:buFont typeface="Arial"/>
              <a:buChar char="•"/>
              <a:tabLst>
                <a:tab pos="0" algn="l"/>
              </a:tabLst>
            </a:pPr>
            <a:r>
              <a:rPr lang="es-ES" sz="1800" b="0" u="none" strike="noStrike">
                <a:solidFill>
                  <a:schemeClr val="dk1"/>
                </a:solidFill>
                <a:effectLst/>
                <a:uFillTx/>
                <a:latin typeface="Calibri"/>
              </a:rPr>
              <a:t>Cuarto nivel</a:t>
            </a:r>
          </a:p>
          <a:p>
            <a:pPr marL="2057400" lvl="4" indent="-228600" algn="l" defTabSz="914400">
              <a:lnSpc>
                <a:spcPct val="90000"/>
              </a:lnSpc>
              <a:spcBef>
                <a:spcPts val="499"/>
              </a:spcBef>
              <a:buClr>
                <a:srgbClr val="000000"/>
              </a:buClr>
              <a:buFont typeface="Arial"/>
              <a:buChar char="•"/>
              <a:tabLst>
                <a:tab pos="0" algn="l"/>
              </a:tabLst>
            </a:pPr>
            <a:r>
              <a:rPr lang="es-ES" sz="1800" b="0" u="none" strike="noStrike">
                <a:solidFill>
                  <a:schemeClr val="dk1"/>
                </a:solidFill>
                <a:effectLst/>
                <a:uFillTx/>
                <a:latin typeface="Calibri"/>
              </a:rPr>
              <a:t>Quinto nivel</a:t>
            </a:r>
          </a:p>
        </p:txBody>
      </p:sp>
      <p:sp>
        <p:nvSpPr>
          <p:cNvPr id="53" name="PlaceHolder 4"/>
          <p:cNvSpPr>
            <a:spLocks noGrp="1"/>
          </p:cNvSpPr>
          <p:nvPr>
            <p:ph type="body"/>
          </p:nvPr>
        </p:nvSpPr>
        <p:spPr>
          <a:xfrm>
            <a:off x="6172200" y="1681200"/>
            <a:ext cx="5182560" cy="823320"/>
          </a:xfrm>
          <a:prstGeom prst="rect">
            <a:avLst/>
          </a:prstGeom>
          <a:noFill/>
          <a:ln w="0">
            <a:noFill/>
          </a:ln>
        </p:spPr>
        <p:txBody>
          <a:bodyPr lIns="91440" tIns="45720" rIns="91440" bIns="45720" anchor="b">
            <a:noAutofit/>
          </a:bodyPr>
          <a:lstStyle>
            <a:lvl1pPr indent="0" algn="l" defTabSz="914400">
              <a:lnSpc>
                <a:spcPct val="90000"/>
              </a:lnSpc>
              <a:spcBef>
                <a:spcPts val="1001"/>
              </a:spcBef>
              <a:buNone/>
              <a:tabLst>
                <a:tab pos="0" algn="l"/>
              </a:tabLst>
              <a:defRPr lang="es-ES" sz="2400" b="1" u="none" strike="noStrike">
                <a:solidFill>
                  <a:schemeClr val="dk1"/>
                </a:solidFill>
                <a:effectLst/>
                <a:uFillTx/>
                <a:latin typeface="Calibri"/>
              </a:defRPr>
            </a:lvl1pPr>
          </a:lstStyle>
          <a:p>
            <a:pPr indent="0" algn="l" defTabSz="914400">
              <a:lnSpc>
                <a:spcPct val="90000"/>
              </a:lnSpc>
              <a:spcBef>
                <a:spcPts val="1001"/>
              </a:spcBef>
              <a:buNone/>
              <a:tabLst>
                <a:tab pos="0" algn="l"/>
              </a:tabLst>
            </a:pPr>
            <a:r>
              <a:rPr lang="es-ES" sz="2400" b="1" u="none" strike="noStrike">
                <a:solidFill>
                  <a:schemeClr val="dk1"/>
                </a:solidFill>
                <a:effectLst/>
                <a:uFillTx/>
                <a:latin typeface="Calibri"/>
              </a:rPr>
              <a:t>Haga clic para modificar los estilos de texto del patrón</a:t>
            </a:r>
            <a:endParaRPr lang="es-ES" sz="2400" b="0" u="none" strike="noStrike">
              <a:solidFill>
                <a:schemeClr val="dk1"/>
              </a:solidFill>
              <a:effectLst/>
              <a:uFillTx/>
              <a:latin typeface="Calibri"/>
            </a:endParaRPr>
          </a:p>
        </p:txBody>
      </p:sp>
      <p:sp>
        <p:nvSpPr>
          <p:cNvPr id="54" name="PlaceHolder 5"/>
          <p:cNvSpPr>
            <a:spLocks noGrp="1"/>
          </p:cNvSpPr>
          <p:nvPr>
            <p:ph type="body"/>
          </p:nvPr>
        </p:nvSpPr>
        <p:spPr>
          <a:xfrm>
            <a:off x="6172200" y="2505240"/>
            <a:ext cx="5182560" cy="368388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tabLst>
                <a:tab pos="0" algn="l"/>
              </a:tabLst>
              <a:defRPr lang="es-ES" sz="28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tabLst>
                <a:tab pos="0" algn="l"/>
              </a:tabLst>
              <a:defRPr lang="es-ES" sz="24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tabLst>
                <a:tab pos="0" algn="l"/>
              </a:tabLst>
              <a:defRPr lang="es-ES" sz="20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tabLst>
                <a:tab pos="0" algn="l"/>
              </a:tabLst>
              <a:defRPr lang="es-ES" sz="18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tabLst>
                <a:tab pos="0" algn="l"/>
              </a:tabLst>
              <a:defRPr lang="es-ES" sz="18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tabLst>
                <a:tab pos="0" algn="l"/>
              </a:tabLst>
            </a:pPr>
            <a:r>
              <a:rPr lang="es-ES" sz="2800" b="0" u="none" strike="noStrike">
                <a:solidFill>
                  <a:schemeClr val="dk1"/>
                </a:solidFill>
                <a:effectLst/>
                <a:uFillTx/>
                <a:latin typeface="Calibri"/>
              </a:rPr>
              <a:t>Haga clic para modificar los estilos de texto del patrón</a:t>
            </a:r>
          </a:p>
          <a:p>
            <a:pPr marL="685800" lvl="1" indent="-228600" algn="l" defTabSz="914400">
              <a:lnSpc>
                <a:spcPct val="90000"/>
              </a:lnSpc>
              <a:spcBef>
                <a:spcPts val="499"/>
              </a:spcBef>
              <a:buClr>
                <a:srgbClr val="000000"/>
              </a:buClr>
              <a:buFont typeface="Arial"/>
              <a:buChar char="•"/>
              <a:tabLst>
                <a:tab pos="0" algn="l"/>
              </a:tabLst>
            </a:pPr>
            <a:r>
              <a:rPr lang="es-ES" sz="2400" b="0" u="none" strike="noStrike">
                <a:solidFill>
                  <a:schemeClr val="dk1"/>
                </a:solidFill>
                <a:effectLst/>
                <a:uFillTx/>
                <a:latin typeface="Calibri"/>
              </a:rPr>
              <a:t>Segundo nivel</a:t>
            </a:r>
          </a:p>
          <a:p>
            <a:pPr marL="1143000" lvl="2" indent="-228600" algn="l" defTabSz="914400">
              <a:lnSpc>
                <a:spcPct val="90000"/>
              </a:lnSpc>
              <a:spcBef>
                <a:spcPts val="499"/>
              </a:spcBef>
              <a:buClr>
                <a:srgbClr val="000000"/>
              </a:buClr>
              <a:buFont typeface="Arial"/>
              <a:buChar char="•"/>
              <a:tabLst>
                <a:tab pos="0" algn="l"/>
              </a:tabLst>
            </a:pPr>
            <a:r>
              <a:rPr lang="es-ES" sz="2000" b="0" u="none" strike="noStrike">
                <a:solidFill>
                  <a:schemeClr val="dk1"/>
                </a:solidFill>
                <a:effectLst/>
                <a:uFillTx/>
                <a:latin typeface="Calibri"/>
              </a:rPr>
              <a:t>Tercer nivel</a:t>
            </a:r>
          </a:p>
          <a:p>
            <a:pPr marL="1600200" lvl="3" indent="-228600" algn="l" defTabSz="914400">
              <a:lnSpc>
                <a:spcPct val="90000"/>
              </a:lnSpc>
              <a:spcBef>
                <a:spcPts val="499"/>
              </a:spcBef>
              <a:buClr>
                <a:srgbClr val="000000"/>
              </a:buClr>
              <a:buFont typeface="Arial"/>
              <a:buChar char="•"/>
              <a:tabLst>
                <a:tab pos="0" algn="l"/>
              </a:tabLst>
            </a:pPr>
            <a:r>
              <a:rPr lang="es-ES" sz="1800" b="0" u="none" strike="noStrike">
                <a:solidFill>
                  <a:schemeClr val="dk1"/>
                </a:solidFill>
                <a:effectLst/>
                <a:uFillTx/>
                <a:latin typeface="Calibri"/>
              </a:rPr>
              <a:t>Cuarto nivel</a:t>
            </a:r>
          </a:p>
          <a:p>
            <a:pPr marL="2057400" lvl="4" indent="-228600" algn="l" defTabSz="914400">
              <a:lnSpc>
                <a:spcPct val="90000"/>
              </a:lnSpc>
              <a:spcBef>
                <a:spcPts val="499"/>
              </a:spcBef>
              <a:buClr>
                <a:srgbClr val="000000"/>
              </a:buClr>
              <a:buFont typeface="Arial"/>
              <a:buChar char="•"/>
              <a:tabLst>
                <a:tab pos="0" algn="l"/>
              </a:tabLst>
            </a:pPr>
            <a:r>
              <a:rPr lang="es-ES" sz="1800" b="0" u="none" strike="noStrike">
                <a:solidFill>
                  <a:schemeClr val="dk1"/>
                </a:solidFill>
                <a:effectLst/>
                <a:uFillTx/>
                <a:latin typeface="Calibri"/>
              </a:rPr>
              <a:t>Quinto nivel</a:t>
            </a:r>
          </a:p>
        </p:txBody>
      </p:sp>
      <p:sp>
        <p:nvSpPr>
          <p:cNvPr id="55" name="PlaceHolder 6"/>
          <p:cNvSpPr>
            <a:spLocks noGrp="1"/>
          </p:cNvSpPr>
          <p:nvPr>
            <p:ph type="dt" idx="28"/>
          </p:nvPr>
        </p:nvSpPr>
        <p:spPr>
          <a:xfrm>
            <a:off x="838080" y="6356520"/>
            <a:ext cx="2742480" cy="36432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s-ES" sz="1200" b="0" u="none" strike="noStrike">
                <a:solidFill>
                  <a:schemeClr val="dk1">
                    <a:tint val="75000"/>
                  </a:schemeClr>
                </a:solidFill>
                <a:effectLst/>
                <a:uFillTx/>
                <a:latin typeface="Calibri"/>
              </a:defRPr>
            </a:lvl1pPr>
          </a:lstStyle>
          <a:p>
            <a:pPr indent="0" algn="l" defTabSz="914400">
              <a:lnSpc>
                <a:spcPct val="100000"/>
              </a:lnSpc>
              <a:buNone/>
              <a:tabLst>
                <a:tab pos="0" algn="l"/>
              </a:tabLst>
            </a:pPr>
            <a:r>
              <a:rPr lang="es-E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6" name="PlaceHolder 7"/>
          <p:cNvSpPr>
            <a:spLocks noGrp="1"/>
          </p:cNvSpPr>
          <p:nvPr>
            <p:ph type="ftr" idx="29"/>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p>
        </p:txBody>
      </p:sp>
      <p:sp>
        <p:nvSpPr>
          <p:cNvPr id="57" name="PlaceHolder 8"/>
          <p:cNvSpPr>
            <a:spLocks noGrp="1"/>
          </p:cNvSpPr>
          <p:nvPr>
            <p:ph type="sldNum" idx="30"/>
          </p:nvPr>
        </p:nvSpPr>
        <p:spPr>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ES"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38F5E694-5651-4E70-B95E-79E226CFDCDA}" type="slidenum">
              <a:rPr lang="es-ES" sz="1200" b="0" u="none" strike="noStrike">
                <a:solidFill>
                  <a:schemeClr val="dk1">
                    <a:tint val="75000"/>
                  </a:schemeClr>
                </a:solidFill>
                <a:effectLst/>
                <a:uFillTx/>
                <a:latin typeface="Calibri"/>
              </a:rPr>
              <a:t>‹Nr.›</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Solo el título">
    <p:bg>
      <p:bgPr>
        <a:solidFill>
          <a:srgbClr val="FFFFFF"/>
        </a:solidFill>
        <a:effectLst/>
      </p:bgPr>
    </p:bg>
    <p:spTree>
      <p:nvGrpSpPr>
        <p:cNvPr id="1" name=""/>
        <p:cNvGrpSpPr/>
        <p:nvPr/>
      </p:nvGrpSpPr>
      <p:grpSpPr>
        <a:xfrm>
          <a:off x="0" y="0"/>
          <a:ext cx="0" cy="0"/>
          <a:chOff x="0" y="0"/>
          <a:chExt cx="0" cy="0"/>
        </a:xfrm>
      </p:grpSpPr>
      <p:sp>
        <p:nvSpPr>
          <p:cNvPr id="58" name="PlaceHolder 1"/>
          <p:cNvSpPr>
            <a:spLocks noGrp="1"/>
          </p:cNvSpPr>
          <p:nvPr>
            <p:ph type="title"/>
          </p:nvPr>
        </p:nvSpPr>
        <p:spPr>
          <a:xfrm>
            <a:off x="838080" y="365040"/>
            <a:ext cx="10514880" cy="1324800"/>
          </a:xfrm>
          <a:prstGeom prst="rect">
            <a:avLst/>
          </a:prstGeom>
          <a:noFill/>
          <a:ln w="0">
            <a:noFill/>
          </a:ln>
        </p:spPr>
        <p:txBody>
          <a:bodyPr lIns="91440" tIns="45720" rIns="91440" bIns="45720" anchor="ctr">
            <a:noAutofit/>
          </a:bodyPr>
          <a:lstStyle>
            <a:lvl1pPr indent="0" algn="l" defTabSz="914400">
              <a:lnSpc>
                <a:spcPct val="90000"/>
              </a:lnSpc>
              <a:buNone/>
              <a:tabLst>
                <a:tab pos="0" algn="l"/>
              </a:tabLst>
              <a:defRPr lang="es-ES" sz="4400" b="0" u="none" strike="noStrike">
                <a:solidFill>
                  <a:schemeClr val="dk1"/>
                </a:solidFill>
                <a:effectLst/>
                <a:uFillTx/>
                <a:latin typeface="Calibri Light"/>
              </a:defRPr>
            </a:lvl1pPr>
          </a:lstStyle>
          <a:p>
            <a:pPr indent="0" algn="l" defTabSz="914400">
              <a:lnSpc>
                <a:spcPct val="90000"/>
              </a:lnSpc>
              <a:buNone/>
              <a:tabLst>
                <a:tab pos="0" algn="l"/>
              </a:tabLst>
            </a:pPr>
            <a:r>
              <a:rPr lang="es-ES" sz="4400" b="0" u="none" strike="noStrike">
                <a:solidFill>
                  <a:schemeClr val="dk1"/>
                </a:solidFill>
                <a:effectLst/>
                <a:uFillTx/>
                <a:latin typeface="Calibri Light"/>
              </a:rPr>
              <a:t>Haga clic para modificar el estilo de título del patrón</a:t>
            </a:r>
          </a:p>
        </p:txBody>
      </p:sp>
      <p:sp>
        <p:nvSpPr>
          <p:cNvPr id="59" name="PlaceHolder 2"/>
          <p:cNvSpPr>
            <a:spLocks noGrp="1"/>
          </p:cNvSpPr>
          <p:nvPr>
            <p:ph type="dt" idx="31"/>
          </p:nvPr>
        </p:nvSpPr>
        <p:spPr>
          <a:xfrm>
            <a:off x="838080" y="6356520"/>
            <a:ext cx="2742480" cy="36432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s-ES" sz="1200" b="0" u="none" strike="noStrike">
                <a:solidFill>
                  <a:schemeClr val="dk1">
                    <a:tint val="75000"/>
                  </a:schemeClr>
                </a:solidFill>
                <a:effectLst/>
                <a:uFillTx/>
                <a:latin typeface="Calibri"/>
              </a:defRPr>
            </a:lvl1pPr>
          </a:lstStyle>
          <a:p>
            <a:pPr indent="0" algn="l" defTabSz="914400">
              <a:lnSpc>
                <a:spcPct val="100000"/>
              </a:lnSpc>
              <a:buNone/>
              <a:tabLst>
                <a:tab pos="0" algn="l"/>
              </a:tabLst>
            </a:pPr>
            <a:r>
              <a:rPr lang="es-E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60" name="PlaceHolder 3"/>
          <p:cNvSpPr>
            <a:spLocks noGrp="1"/>
          </p:cNvSpPr>
          <p:nvPr>
            <p:ph type="ftr" idx="32"/>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p>
        </p:txBody>
      </p:sp>
      <p:sp>
        <p:nvSpPr>
          <p:cNvPr id="61" name="PlaceHolder 4"/>
          <p:cNvSpPr>
            <a:spLocks noGrp="1"/>
          </p:cNvSpPr>
          <p:nvPr>
            <p:ph type="sldNum" idx="33"/>
          </p:nvPr>
        </p:nvSpPr>
        <p:spPr>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ES"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F04B9A95-DA1D-46B2-8C3B-052B46DC9794}" type="slidenum">
              <a:rPr lang="es-ES" sz="1200" b="0" u="none" strike="noStrike">
                <a:solidFill>
                  <a:schemeClr val="dk1">
                    <a:tint val="75000"/>
                  </a:schemeClr>
                </a:solidFill>
                <a:effectLst/>
                <a:uFillTx/>
                <a:latin typeface="Calibri"/>
              </a:rPr>
              <a:t>‹Nr.›</a:t>
            </a:fld>
            <a:endParaRPr lang="en-US" sz="1200" b="0" u="none" strike="noStrike">
              <a:solidFill>
                <a:srgbClr val="000000"/>
              </a:solidFill>
              <a:effectLst/>
              <a:uFillTx/>
              <a:latin typeface="Times New Roman"/>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5.png"/><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diagramLayout" Target="../diagrams/layout1.xml"/><Relationship Id="rId7" Type="http://schemas.openxmlformats.org/officeDocument/2006/relationships/image" Target="../media/image6.png"/><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 Id="rId9" Type="http://schemas.openxmlformats.org/officeDocument/2006/relationships/image" Target="../media/image18.png"/></Relationships>
</file>

<file path=ppt/slides/_rels/slide14.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image" Target="../media/image26.png"/><Relationship Id="rId4" Type="http://schemas.openxmlformats.org/officeDocument/2006/relationships/image" Target="../media/image25.png"/></Relationships>
</file>

<file path=ppt/slides/_rels/slide21.xml.rels><?xml version="1.0" encoding="UTF-8" standalone="yes"?>
<Relationships xmlns="http://schemas.openxmlformats.org/package/2006/relationships"><Relationship Id="rId8" Type="http://schemas.openxmlformats.org/officeDocument/2006/relationships/image" Target="../media/image28.png"/><Relationship Id="rId3" Type="http://schemas.microsoft.com/office/2007/relationships/media" Target="../media/media2.mp4"/><Relationship Id="rId7" Type="http://schemas.openxmlformats.org/officeDocument/2006/relationships/image" Target="../media/image27.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6.png"/><Relationship Id="rId5" Type="http://schemas.openxmlformats.org/officeDocument/2006/relationships/slideLayout" Target="../slideLayouts/slideLayout7.xml"/><Relationship Id="rId4" Type="http://schemas.openxmlformats.org/officeDocument/2006/relationships/video" Target="../media/media2.mp4"/><Relationship Id="rId9" Type="http://schemas.openxmlformats.org/officeDocument/2006/relationships/image" Target="../media/image2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2" name="Imagen 4"/>
          <p:cNvPicPr/>
          <p:nvPr/>
        </p:nvPicPr>
        <p:blipFill>
          <a:blip r:embed="rId2"/>
          <a:stretch/>
        </p:blipFill>
        <p:spPr>
          <a:xfrm>
            <a:off x="0" y="0"/>
            <a:ext cx="12203640" cy="6857280"/>
          </a:xfrm>
          <a:prstGeom prst="rect">
            <a:avLst/>
          </a:prstGeom>
          <a:noFill/>
          <a:ln w="0">
            <a:noFill/>
          </a:ln>
        </p:spPr>
      </p:pic>
      <p:pic>
        <p:nvPicPr>
          <p:cNvPr id="63" name="Imagen 6"/>
          <p:cNvPicPr/>
          <p:nvPr/>
        </p:nvPicPr>
        <p:blipFill>
          <a:blip r:embed="rId3"/>
          <a:stretch/>
        </p:blipFill>
        <p:spPr>
          <a:xfrm>
            <a:off x="3209760" y="2317680"/>
            <a:ext cx="5989320" cy="2041560"/>
          </a:xfrm>
          <a:prstGeom prst="rect">
            <a:avLst/>
          </a:prstGeom>
          <a:noFill/>
          <a:ln w="0">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4" name="Imagen 4"/>
          <p:cNvPicPr/>
          <p:nvPr/>
        </p:nvPicPr>
        <p:blipFill>
          <a:blip r:embed="rId2"/>
          <a:stretch/>
        </p:blipFill>
        <p:spPr>
          <a:xfrm>
            <a:off x="8552880" y="151560"/>
            <a:ext cx="3508560" cy="1148040"/>
          </a:xfrm>
          <a:prstGeom prst="rect">
            <a:avLst/>
          </a:prstGeom>
          <a:noFill/>
          <a:ln w="0">
            <a:noFill/>
          </a:ln>
        </p:spPr>
      </p:pic>
      <p:sp>
        <p:nvSpPr>
          <p:cNvPr id="65" name="CuadroTexto 6"/>
          <p:cNvSpPr/>
          <p:nvPr/>
        </p:nvSpPr>
        <p:spPr>
          <a:xfrm>
            <a:off x="644760" y="5294160"/>
            <a:ext cx="6094080" cy="707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s-ES" sz="4000" b="0" u="none" strike="noStrike">
                <a:solidFill>
                  <a:srgbClr val="D51F3B"/>
                </a:solidFill>
                <a:effectLst/>
                <a:uFillTx/>
                <a:latin typeface="Calibri"/>
              </a:rPr>
              <a:t>Assignment 2</a:t>
            </a:r>
            <a:endParaRPr lang="en-US" sz="4000" b="0" u="none" strike="noStrike">
              <a:solidFill>
                <a:srgbClr val="000000"/>
              </a:solidFill>
              <a:effectLst/>
              <a:uFillTx/>
              <a:latin typeface="Arial"/>
            </a:endParaRPr>
          </a:p>
        </p:txBody>
      </p:sp>
      <p:sp>
        <p:nvSpPr>
          <p:cNvPr id="66" name="CuadroTexto 8"/>
          <p:cNvSpPr/>
          <p:nvPr/>
        </p:nvSpPr>
        <p:spPr>
          <a:xfrm>
            <a:off x="644760" y="6001920"/>
            <a:ext cx="7598880" cy="399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s-ES" sz="2000" b="0" u="none" strike="noStrike">
                <a:solidFill>
                  <a:schemeClr val="dk1"/>
                </a:solidFill>
                <a:effectLst/>
                <a:uFillTx/>
                <a:latin typeface="Calibri"/>
              </a:rPr>
              <a:t>Richard Rumpelt 		Javier Comes Tello 	  Tobias Brand </a:t>
            </a:r>
            <a:endParaRPr lang="en-US" sz="2000" b="0" u="none" strike="noStrike">
              <a:solidFill>
                <a:srgbClr val="000000"/>
              </a:solidFill>
              <a:effectLst/>
              <a:uFillTx/>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PlaceHolder 1"/>
          <p:cNvSpPr>
            <a:spLocks noGrp="1"/>
          </p:cNvSpPr>
          <p:nvPr>
            <p:ph/>
          </p:nvPr>
        </p:nvSpPr>
        <p:spPr>
          <a:xfrm>
            <a:off x="838080" y="1825560"/>
            <a:ext cx="10514880" cy="4350600"/>
          </a:xfrm>
          <a:prstGeom prst="rect">
            <a:avLst/>
          </a:prstGeom>
          <a:noFill/>
          <a:ln w="0">
            <a:noFill/>
          </a:ln>
        </p:spPr>
        <p:txBody>
          <a:bodyPr lIns="91440" tIns="45720" rIns="91440" bIns="45720" anchor="t">
            <a:noAutofit/>
          </a:bodyPr>
          <a:lstStyle/>
          <a:p>
            <a:pPr indent="0" algn="l" defTabSz="914400">
              <a:lnSpc>
                <a:spcPct val="90000"/>
              </a:lnSpc>
              <a:spcBef>
                <a:spcPts val="1001"/>
              </a:spcBef>
              <a:buNone/>
              <a:tabLst>
                <a:tab pos="0" algn="l"/>
              </a:tabLst>
            </a:pPr>
            <a:r>
              <a:rPr lang="es-ES" sz="2800" b="0" u="none" strike="noStrike">
                <a:solidFill>
                  <a:schemeClr val="dk1"/>
                </a:solidFill>
                <a:effectLst/>
                <a:uFillTx/>
                <a:latin typeface="Calibri"/>
              </a:rPr>
              <a:t>Q1 </a:t>
            </a:r>
            <a:r>
              <a:rPr lang="en-US" sz="2800" b="0" u="none" strike="noStrike">
                <a:solidFill>
                  <a:schemeClr val="dk1"/>
                </a:solidFill>
                <a:effectLst/>
                <a:uFillTx/>
                <a:latin typeface="Calibri"/>
              </a:rPr>
              <a:t>– </a:t>
            </a:r>
            <a:r>
              <a:rPr lang="es-ES" sz="2800" b="0" u="none" strike="noStrike">
                <a:solidFill>
                  <a:schemeClr val="dk1"/>
                </a:solidFill>
                <a:effectLst/>
                <a:uFillTx/>
                <a:latin typeface="Calibri"/>
              </a:rPr>
              <a:t>Camera</a:t>
            </a:r>
          </a:p>
          <a:p>
            <a:pPr indent="0" algn="l" defTabSz="914400">
              <a:lnSpc>
                <a:spcPct val="90000"/>
              </a:lnSpc>
              <a:spcBef>
                <a:spcPts val="1001"/>
              </a:spcBef>
              <a:buNone/>
              <a:tabLst>
                <a:tab pos="0" algn="l"/>
              </a:tabLst>
            </a:pPr>
            <a:r>
              <a:rPr lang="es-ES" sz="2800" b="0" u="none" strike="noStrike">
                <a:solidFill>
                  <a:schemeClr val="dk1"/>
                </a:solidFill>
                <a:effectLst/>
                <a:uFillTx/>
                <a:latin typeface="Calibri"/>
              </a:rPr>
              <a:t>Q2 </a:t>
            </a:r>
            <a:r>
              <a:rPr lang="en-US" sz="2800" b="0" u="none" strike="noStrike">
                <a:solidFill>
                  <a:schemeClr val="dk1"/>
                </a:solidFill>
                <a:effectLst/>
                <a:uFillTx/>
                <a:latin typeface="Calibri"/>
              </a:rPr>
              <a:t>– </a:t>
            </a:r>
            <a:r>
              <a:rPr lang="es-ES" sz="2800" b="0" u="none" strike="noStrike">
                <a:solidFill>
                  <a:schemeClr val="dk1"/>
                </a:solidFill>
                <a:effectLst/>
                <a:uFillTx/>
                <a:latin typeface="Calibri"/>
              </a:rPr>
              <a:t>Lidar</a:t>
            </a:r>
          </a:p>
          <a:p>
            <a:pPr indent="0" algn="l" defTabSz="914400">
              <a:lnSpc>
                <a:spcPct val="90000"/>
              </a:lnSpc>
              <a:spcBef>
                <a:spcPts val="1001"/>
              </a:spcBef>
              <a:buNone/>
              <a:tabLst>
                <a:tab pos="0" algn="l"/>
              </a:tabLst>
            </a:pPr>
            <a:r>
              <a:rPr lang="en-US" sz="2800" b="0" u="none" strike="noStrike">
                <a:solidFill>
                  <a:schemeClr val="dk1"/>
                </a:solidFill>
                <a:effectLst/>
                <a:uFillTx/>
                <a:latin typeface="Calibri"/>
              </a:rPr>
              <a:t>Q3 – </a:t>
            </a:r>
            <a:r>
              <a:rPr lang="es-ES" sz="2800" b="0" u="none" strike="noStrike">
                <a:solidFill>
                  <a:schemeClr val="dk1"/>
                </a:solidFill>
                <a:effectLst/>
                <a:uFillTx/>
                <a:latin typeface="Calibri"/>
              </a:rPr>
              <a:t>Camera-Lidar Fusion</a:t>
            </a:r>
          </a:p>
          <a:p>
            <a:pPr indent="0" algn="l" defTabSz="914400">
              <a:lnSpc>
                <a:spcPct val="90000"/>
              </a:lnSpc>
              <a:spcBef>
                <a:spcPts val="1001"/>
              </a:spcBef>
              <a:buNone/>
              <a:tabLst>
                <a:tab pos="0" algn="l"/>
              </a:tabLst>
            </a:pPr>
            <a:r>
              <a:rPr lang="en-US" sz="2800" b="0" u="none" strike="noStrike">
                <a:solidFill>
                  <a:schemeClr val="dk1"/>
                </a:solidFill>
                <a:effectLst/>
                <a:uFillTx/>
                <a:latin typeface="Calibri"/>
              </a:rPr>
              <a:t>Q4 – </a:t>
            </a:r>
            <a:r>
              <a:rPr lang="es-ES" sz="2800" b="0" u="none" strike="noStrike">
                <a:solidFill>
                  <a:schemeClr val="dk1"/>
                </a:solidFill>
                <a:effectLst/>
                <a:uFillTx/>
                <a:latin typeface="Calibri"/>
              </a:rPr>
              <a:t>Autonomous navigation and slip estimation</a:t>
            </a:r>
          </a:p>
          <a:p>
            <a:pPr indent="0" algn="l" defTabSz="914400">
              <a:lnSpc>
                <a:spcPct val="90000"/>
              </a:lnSpc>
              <a:spcBef>
                <a:spcPts val="1001"/>
              </a:spcBef>
              <a:buNone/>
              <a:tabLst>
                <a:tab pos="0" algn="l"/>
              </a:tabLst>
            </a:pPr>
            <a:endParaRPr lang="es-ES" sz="2800" b="0" u="none" strike="noStrike">
              <a:solidFill>
                <a:schemeClr val="dk1"/>
              </a:solidFill>
              <a:effectLst/>
              <a:uFillTx/>
              <a:latin typeface="Calibri"/>
            </a:endParaRPr>
          </a:p>
        </p:txBody>
      </p:sp>
      <p:sp>
        <p:nvSpPr>
          <p:cNvPr id="68" name="CuadroTexto 4"/>
          <p:cNvSpPr/>
          <p:nvPr/>
        </p:nvSpPr>
        <p:spPr>
          <a:xfrm>
            <a:off x="838080" y="603360"/>
            <a:ext cx="6094080" cy="707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s-ES" sz="4000" b="0" u="none" strike="noStrike">
                <a:solidFill>
                  <a:srgbClr val="D51F3B"/>
                </a:solidFill>
                <a:effectLst/>
                <a:uFillTx/>
                <a:latin typeface="Calibri"/>
              </a:rPr>
              <a:t>Outline</a:t>
            </a:r>
            <a:endParaRPr lang="en-US" sz="4000" b="0" u="none" strike="noStrike">
              <a:solidFill>
                <a:srgbClr val="000000"/>
              </a:solidFill>
              <a:effectLst/>
              <a:uFillTx/>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 name="CuadroTexto 4"/>
          <p:cNvSpPr/>
          <p:nvPr/>
        </p:nvSpPr>
        <p:spPr>
          <a:xfrm>
            <a:off x="4508280" y="2876400"/>
            <a:ext cx="6566040" cy="1322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s-ES" sz="4000" b="1" u="none" strike="noStrike">
                <a:solidFill>
                  <a:srgbClr val="D51F3B"/>
                </a:solidFill>
                <a:effectLst/>
                <a:uFillTx/>
                <a:latin typeface="Calibri"/>
              </a:rPr>
              <a:t>Q1 </a:t>
            </a:r>
            <a:r>
              <a:rPr lang="en-US" sz="4000" b="1" u="none" strike="noStrike">
                <a:solidFill>
                  <a:srgbClr val="D51F3B"/>
                </a:solidFill>
                <a:effectLst/>
                <a:uFillTx/>
                <a:latin typeface="Calibri"/>
              </a:rPr>
              <a:t>– </a:t>
            </a:r>
            <a:r>
              <a:rPr lang="es-ES" sz="4000" b="1" u="none" strike="noStrike">
                <a:solidFill>
                  <a:srgbClr val="D51F3B"/>
                </a:solidFill>
                <a:effectLst/>
                <a:uFillTx/>
                <a:latin typeface="Calibri"/>
              </a:rPr>
              <a:t>Camera</a:t>
            </a:r>
            <a:endParaRPr lang="en-US" sz="4000" b="0" u="none" strike="noStrike">
              <a:solidFill>
                <a:srgbClr val="000000"/>
              </a:solidFill>
              <a:effectLst/>
              <a:uFillTx/>
              <a:latin typeface="Arial"/>
            </a:endParaRPr>
          </a:p>
          <a:p>
            <a:pPr defTabSz="914400">
              <a:lnSpc>
                <a:spcPct val="100000"/>
              </a:lnSpc>
            </a:pPr>
            <a:r>
              <a:rPr lang="es-ES" sz="4000" b="0" u="none" strike="noStrike">
                <a:solidFill>
                  <a:srgbClr val="D51F3B"/>
                </a:solidFill>
                <a:effectLst/>
                <a:uFillTx/>
                <a:latin typeface="Calibri"/>
              </a:rPr>
              <a:t>  </a:t>
            </a:r>
            <a:endParaRPr lang="en-US" sz="4000" b="0" u="none" strike="noStrike">
              <a:solidFill>
                <a:srgbClr val="000000"/>
              </a:solidFill>
              <a:effectLst/>
              <a:uFillTx/>
              <a:latin typeface="Arial"/>
            </a:endParaRPr>
          </a:p>
        </p:txBody>
      </p:sp>
      <p:sp>
        <p:nvSpPr>
          <p:cNvPr id="70" name="CuadroTexto 6"/>
          <p:cNvSpPr/>
          <p:nvPr/>
        </p:nvSpPr>
        <p:spPr>
          <a:xfrm>
            <a:off x="5334480" y="3538440"/>
            <a:ext cx="1302480" cy="399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s-ES" sz="2000" b="0" u="none" strike="noStrike">
                <a:solidFill>
                  <a:schemeClr val="dk1"/>
                </a:solidFill>
                <a:effectLst/>
                <a:uFillTx/>
                <a:latin typeface="Calibri"/>
              </a:rPr>
              <a:t>25 points</a:t>
            </a:r>
            <a:endParaRPr lang="en-US" sz="2000" b="0" u="none" strike="noStrike">
              <a:solidFill>
                <a:srgbClr val="000000"/>
              </a:solidFill>
              <a:effectLst/>
              <a:uFillTx/>
              <a:latin typeface="Arial"/>
            </a:endParaRPr>
          </a:p>
        </p:txBody>
      </p:sp>
      <p:pic>
        <p:nvPicPr>
          <p:cNvPr id="71" name="Imagen 8"/>
          <p:cNvPicPr/>
          <p:nvPr/>
        </p:nvPicPr>
        <p:blipFill>
          <a:blip r:embed="rId2"/>
          <a:stretch/>
        </p:blipFill>
        <p:spPr>
          <a:xfrm>
            <a:off x="204120" y="6016680"/>
            <a:ext cx="1941120" cy="710280"/>
          </a:xfrm>
          <a:prstGeom prst="rect">
            <a:avLst/>
          </a:prstGeom>
          <a:noFill/>
          <a:ln w="0">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2" name="Grafik 2"/>
          <p:cNvPicPr/>
          <p:nvPr/>
        </p:nvPicPr>
        <p:blipFill>
          <a:blip r:embed="rId2"/>
          <a:stretch/>
        </p:blipFill>
        <p:spPr>
          <a:xfrm>
            <a:off x="966240" y="1339560"/>
            <a:ext cx="10014120" cy="5445000"/>
          </a:xfrm>
          <a:prstGeom prst="rect">
            <a:avLst/>
          </a:prstGeom>
          <a:noFill/>
          <a:ln w="0">
            <a:noFill/>
          </a:ln>
        </p:spPr>
      </p:pic>
      <p:sp>
        <p:nvSpPr>
          <p:cNvPr id="73" name="CuadroTexto 3"/>
          <p:cNvSpPr/>
          <p:nvPr/>
        </p:nvSpPr>
        <p:spPr>
          <a:xfrm>
            <a:off x="966240" y="446400"/>
            <a:ext cx="6094080" cy="707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s-ES" sz="4000" b="0" u="none" strike="noStrike">
                <a:solidFill>
                  <a:srgbClr val="D51F3B"/>
                </a:solidFill>
                <a:effectLst/>
                <a:uFillTx/>
                <a:latin typeface="Calibri"/>
              </a:rPr>
              <a:t>Assignment 1 – Q1 Result</a:t>
            </a:r>
            <a:endParaRPr lang="en-US" sz="4000" b="0" u="none" strike="noStrike">
              <a:solidFill>
                <a:srgbClr val="000000"/>
              </a:solidFill>
              <a:effectLst/>
              <a:uFillTx/>
              <a:latin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PlaceHolder 1"/>
          <p:cNvSpPr>
            <a:spLocks noGrp="1"/>
          </p:cNvSpPr>
          <p:nvPr>
            <p:ph/>
          </p:nvPr>
        </p:nvSpPr>
        <p:spPr>
          <a:xfrm>
            <a:off x="838080" y="1825560"/>
            <a:ext cx="10514880" cy="4350600"/>
          </a:xfrm>
          <a:prstGeom prst="rect">
            <a:avLst/>
          </a:prstGeom>
          <a:noFill/>
          <a:ln w="0">
            <a:noFill/>
          </a:ln>
        </p:spPr>
        <p:txBody>
          <a:bodyPr lIns="91440" tIns="45720" rIns="91440" bIns="45720" anchor="t">
            <a:normAutofit/>
          </a:bodyPr>
          <a:lstStyle/>
          <a:p>
            <a:pPr marL="228600" indent="-228600" algn="l" defTabSz="914400">
              <a:lnSpc>
                <a:spcPct val="90000"/>
              </a:lnSpc>
              <a:spcBef>
                <a:spcPts val="1001"/>
              </a:spcBef>
              <a:buClr>
                <a:srgbClr val="000000"/>
              </a:buClr>
              <a:buFont typeface="Arial"/>
              <a:buChar char="•"/>
            </a:pPr>
            <a:r>
              <a:rPr lang="es-ES" sz="2800" b="1" u="none" strike="noStrike" dirty="0">
                <a:solidFill>
                  <a:schemeClr val="dk1"/>
                </a:solidFill>
                <a:effectLst/>
                <a:uFillTx/>
                <a:latin typeface="Calibri"/>
              </a:rPr>
              <a:t>Objective: </a:t>
            </a:r>
            <a:r>
              <a:rPr lang="en-US" sz="2800" b="0" u="none" strike="noStrike" dirty="0">
                <a:solidFill>
                  <a:schemeClr val="dk1"/>
                </a:solidFill>
                <a:effectLst/>
                <a:uFillTx/>
                <a:latin typeface="Calibri"/>
              </a:rPr>
              <a:t>Calculate and visualize, in a three-dimensional space, the temporal trajectory of the center of the swinging load throughout all the frames of the training video.</a:t>
            </a:r>
            <a:endParaRPr lang="es-ES" sz="2800" b="0" u="none" strike="noStrike" dirty="0">
              <a:solidFill>
                <a:schemeClr val="dk1"/>
              </a:solidFill>
              <a:effectLst/>
              <a:uFillTx/>
              <a:latin typeface="Calibri"/>
            </a:endParaRPr>
          </a:p>
          <a:p>
            <a:pPr marL="228600" indent="-228600" algn="l" defTabSz="914400">
              <a:lnSpc>
                <a:spcPct val="90000"/>
              </a:lnSpc>
              <a:spcBef>
                <a:spcPts val="1001"/>
              </a:spcBef>
              <a:buClr>
                <a:srgbClr val="000000"/>
              </a:buClr>
              <a:buFont typeface="Arial"/>
              <a:buChar char="•"/>
            </a:pPr>
            <a:r>
              <a:rPr lang="es-ES" sz="2800" b="1" u="none" strike="noStrike" dirty="0">
                <a:solidFill>
                  <a:schemeClr val="dk1"/>
                </a:solidFill>
                <a:effectLst/>
                <a:uFillTx/>
                <a:latin typeface="Calibri"/>
              </a:rPr>
              <a:t>Method:</a:t>
            </a:r>
            <a:endParaRPr lang="es-ES" sz="2800" b="0" u="none" strike="noStrike" dirty="0">
              <a:solidFill>
                <a:schemeClr val="dk1"/>
              </a:solidFill>
              <a:effectLst/>
              <a:uFillTx/>
              <a:latin typeface="Calibri"/>
            </a:endParaRPr>
          </a:p>
          <a:p>
            <a:pPr marL="685800" lvl="1" indent="-228600" algn="l" defTabSz="914400">
              <a:lnSpc>
                <a:spcPct val="90000"/>
              </a:lnSpc>
              <a:spcBef>
                <a:spcPts val="499"/>
              </a:spcBef>
              <a:buClr>
                <a:srgbClr val="000000"/>
              </a:buClr>
              <a:buFont typeface="Arial"/>
              <a:buChar char="•"/>
            </a:pPr>
            <a:r>
              <a:rPr lang="es-ES" sz="2400" b="0" u="none" strike="noStrike" dirty="0" err="1">
                <a:solidFill>
                  <a:schemeClr val="dk1"/>
                </a:solidFill>
                <a:effectLst/>
                <a:uFillTx/>
                <a:latin typeface="Calibri"/>
              </a:rPr>
              <a:t>Object</a:t>
            </a:r>
            <a:r>
              <a:rPr lang="es-ES" sz="2400" b="0" u="none" strike="noStrike" dirty="0">
                <a:solidFill>
                  <a:schemeClr val="dk1"/>
                </a:solidFill>
                <a:effectLst/>
                <a:uFillTx/>
                <a:latin typeface="Calibri"/>
              </a:rPr>
              <a:t> </a:t>
            </a:r>
            <a:r>
              <a:rPr lang="es-ES" sz="2400" b="0" u="none" strike="noStrike" dirty="0" err="1">
                <a:solidFill>
                  <a:schemeClr val="dk1"/>
                </a:solidFill>
                <a:effectLst/>
                <a:uFillTx/>
                <a:latin typeface="Calibri"/>
              </a:rPr>
              <a:t>Detection</a:t>
            </a:r>
            <a:r>
              <a:rPr lang="es-ES" sz="2400" b="0" u="none" strike="noStrike" dirty="0">
                <a:solidFill>
                  <a:schemeClr val="dk1"/>
                </a:solidFill>
                <a:effectLst/>
                <a:uFillTx/>
                <a:latin typeface="Calibri"/>
              </a:rPr>
              <a:t>: </a:t>
            </a:r>
            <a:r>
              <a:rPr lang="es-ES" sz="2400" b="0" u="none" strike="noStrike" dirty="0" err="1">
                <a:solidFill>
                  <a:schemeClr val="dk1"/>
                </a:solidFill>
                <a:effectLst/>
                <a:uFillTx/>
                <a:latin typeface="Calibri"/>
              </a:rPr>
              <a:t>the</a:t>
            </a:r>
            <a:r>
              <a:rPr lang="es-ES" sz="2400" b="0" u="none" strike="noStrike" dirty="0">
                <a:solidFill>
                  <a:schemeClr val="dk1"/>
                </a:solidFill>
                <a:effectLst/>
                <a:uFillTx/>
                <a:latin typeface="Calibri"/>
              </a:rPr>
              <a:t> YOLO </a:t>
            </a:r>
            <a:r>
              <a:rPr lang="es-ES" sz="2400" b="0" u="none" strike="noStrike" dirty="0" err="1">
                <a:solidFill>
                  <a:schemeClr val="dk1"/>
                </a:solidFill>
                <a:effectLst/>
                <a:uFillTx/>
                <a:latin typeface="Calibri"/>
              </a:rPr>
              <a:t>model</a:t>
            </a:r>
            <a:r>
              <a:rPr lang="es-ES" sz="2400" b="0" u="none" strike="noStrike" dirty="0">
                <a:solidFill>
                  <a:schemeClr val="dk1"/>
                </a:solidFill>
                <a:effectLst/>
                <a:uFillTx/>
                <a:latin typeface="Calibri"/>
              </a:rPr>
              <a:t> </a:t>
            </a:r>
            <a:r>
              <a:rPr lang="es-ES" sz="2400" b="0" u="none" strike="noStrike" dirty="0" err="1">
                <a:solidFill>
                  <a:schemeClr val="dk1"/>
                </a:solidFill>
                <a:effectLst/>
                <a:uFillTx/>
                <a:latin typeface="Calibri"/>
              </a:rPr>
              <a:t>trained</a:t>
            </a:r>
            <a:r>
              <a:rPr lang="es-ES" sz="2400" b="0" u="none" strike="noStrike" dirty="0">
                <a:solidFill>
                  <a:schemeClr val="dk1"/>
                </a:solidFill>
                <a:effectLst/>
                <a:uFillTx/>
                <a:latin typeface="Calibri"/>
              </a:rPr>
              <a:t> in </a:t>
            </a:r>
            <a:r>
              <a:rPr lang="es-ES" sz="2400" b="0" u="none" strike="noStrike" dirty="0" err="1">
                <a:solidFill>
                  <a:schemeClr val="dk1"/>
                </a:solidFill>
                <a:effectLst/>
                <a:uFillTx/>
                <a:latin typeface="Calibri"/>
              </a:rPr>
              <a:t>Assignment</a:t>
            </a:r>
            <a:r>
              <a:rPr lang="es-ES" sz="2400" b="0" u="none" strike="noStrike" dirty="0">
                <a:solidFill>
                  <a:schemeClr val="dk1"/>
                </a:solidFill>
                <a:effectLst/>
                <a:uFillTx/>
                <a:latin typeface="Calibri"/>
              </a:rPr>
              <a:t> 1 (best.pt)</a:t>
            </a:r>
          </a:p>
          <a:p>
            <a:pPr marL="685800" lvl="1" indent="-228600" algn="l" defTabSz="914400">
              <a:lnSpc>
                <a:spcPct val="90000"/>
              </a:lnSpc>
              <a:spcBef>
                <a:spcPts val="499"/>
              </a:spcBef>
              <a:buClr>
                <a:srgbClr val="000000"/>
              </a:buClr>
              <a:buFont typeface="Arial"/>
              <a:buChar char="•"/>
            </a:pPr>
            <a:r>
              <a:rPr lang="es-ES" sz="2400" b="0" u="none" strike="noStrike" dirty="0">
                <a:solidFill>
                  <a:schemeClr val="dk1"/>
                </a:solidFill>
                <a:effectLst/>
                <a:uFillTx/>
                <a:latin typeface="Calibri"/>
              </a:rPr>
              <a:t>2D </a:t>
            </a:r>
            <a:r>
              <a:rPr lang="es-ES" sz="2400" b="0" u="none" strike="noStrike" dirty="0" err="1">
                <a:solidFill>
                  <a:schemeClr val="dk1"/>
                </a:solidFill>
                <a:effectLst/>
                <a:uFillTx/>
                <a:latin typeface="Calibri"/>
              </a:rPr>
              <a:t>centroid</a:t>
            </a:r>
            <a:r>
              <a:rPr lang="es-ES" sz="2400" b="0" u="none" strike="noStrike" dirty="0">
                <a:solidFill>
                  <a:schemeClr val="dk1"/>
                </a:solidFill>
                <a:effectLst/>
                <a:uFillTx/>
                <a:latin typeface="Calibri"/>
              </a:rPr>
              <a:t> </a:t>
            </a:r>
            <a:r>
              <a:rPr lang="es-ES" sz="2400" b="0" u="none" strike="noStrike" dirty="0" err="1">
                <a:solidFill>
                  <a:schemeClr val="dk1"/>
                </a:solidFill>
                <a:effectLst/>
                <a:uFillTx/>
                <a:latin typeface="Calibri"/>
              </a:rPr>
              <a:t>calculation</a:t>
            </a:r>
            <a:r>
              <a:rPr lang="es-ES" sz="2400" b="0" u="none" strike="noStrike" dirty="0">
                <a:solidFill>
                  <a:schemeClr val="dk1"/>
                </a:solidFill>
                <a:effectLst/>
                <a:uFillTx/>
                <a:latin typeface="Calibri"/>
              </a:rPr>
              <a:t>: (</a:t>
            </a:r>
            <a:r>
              <a:rPr lang="es-ES" sz="2400" b="0" u="none" strike="noStrike" dirty="0" err="1">
                <a:solidFill>
                  <a:schemeClr val="dk1"/>
                </a:solidFill>
                <a:effectLst/>
                <a:uFillTx/>
                <a:latin typeface="Calibri"/>
              </a:rPr>
              <a:t>u,v</a:t>
            </a:r>
            <a:r>
              <a:rPr lang="es-ES" sz="2400" b="0" u="none" strike="noStrike" dirty="0">
                <a:solidFill>
                  <a:schemeClr val="dk1"/>
                </a:solidFill>
                <a:effectLst/>
                <a:uFillTx/>
                <a:latin typeface="Calibri"/>
              </a:rPr>
              <a:t>)</a:t>
            </a:r>
          </a:p>
          <a:p>
            <a:pPr marL="685800" lvl="1" indent="-228600" algn="l" defTabSz="914400">
              <a:lnSpc>
                <a:spcPct val="90000"/>
              </a:lnSpc>
              <a:spcBef>
                <a:spcPts val="499"/>
              </a:spcBef>
              <a:buClr>
                <a:srgbClr val="000000"/>
              </a:buClr>
              <a:buFont typeface="Arial"/>
              <a:buChar char="•"/>
            </a:pPr>
            <a:r>
              <a:rPr lang="es-ES" sz="2400" b="0" u="none" strike="noStrike" dirty="0">
                <a:solidFill>
                  <a:schemeClr val="dk1"/>
                </a:solidFill>
                <a:effectLst/>
                <a:uFillTx/>
                <a:latin typeface="Calibri"/>
              </a:rPr>
              <a:t>Depth </a:t>
            </a:r>
            <a:r>
              <a:rPr lang="es-ES" sz="2400" b="0" u="none" strike="noStrike" dirty="0" err="1">
                <a:solidFill>
                  <a:schemeClr val="dk1"/>
                </a:solidFill>
                <a:effectLst/>
                <a:uFillTx/>
                <a:latin typeface="Calibri"/>
              </a:rPr>
              <a:t>extraction</a:t>
            </a:r>
            <a:r>
              <a:rPr lang="es-ES" sz="2400" b="0" u="none" strike="noStrike" dirty="0">
                <a:solidFill>
                  <a:schemeClr val="dk1"/>
                </a:solidFill>
                <a:effectLst/>
                <a:uFillTx/>
                <a:latin typeface="Calibri"/>
              </a:rPr>
              <a:t> </a:t>
            </a:r>
            <a:r>
              <a:rPr lang="es-ES" sz="2400" b="0" u="none" strike="noStrike" dirty="0" err="1">
                <a:solidFill>
                  <a:schemeClr val="dk1"/>
                </a:solidFill>
                <a:effectLst/>
                <a:uFillTx/>
                <a:latin typeface="Calibri"/>
              </a:rPr>
              <a:t>with</a:t>
            </a:r>
            <a:r>
              <a:rPr lang="es-ES" sz="2400" b="0" u="none" strike="noStrike" dirty="0">
                <a:solidFill>
                  <a:schemeClr val="dk1"/>
                </a:solidFill>
                <a:effectLst/>
                <a:uFillTx/>
                <a:latin typeface="Calibri"/>
              </a:rPr>
              <a:t> </a:t>
            </a:r>
            <a:r>
              <a:rPr lang="es-ES" sz="2400" b="0" u="none" strike="noStrike" dirty="0" err="1">
                <a:solidFill>
                  <a:schemeClr val="dk1"/>
                </a:solidFill>
                <a:effectLst/>
                <a:uFillTx/>
                <a:latin typeface="Calibri"/>
              </a:rPr>
              <a:t>filtering</a:t>
            </a:r>
            <a:r>
              <a:rPr lang="es-ES" sz="2400" b="0" u="none" strike="noStrike" dirty="0">
                <a:solidFill>
                  <a:schemeClr val="dk1"/>
                </a:solidFill>
                <a:effectLst/>
                <a:uFillTx/>
                <a:latin typeface="Calibri"/>
              </a:rPr>
              <a:t> </a:t>
            </a:r>
          </a:p>
          <a:p>
            <a:pPr marL="685800" lvl="1" indent="-228600" algn="l" defTabSz="914400">
              <a:lnSpc>
                <a:spcPct val="90000"/>
              </a:lnSpc>
              <a:spcBef>
                <a:spcPts val="499"/>
              </a:spcBef>
              <a:buClr>
                <a:srgbClr val="000000"/>
              </a:buClr>
              <a:buFont typeface="Arial"/>
              <a:buChar char="•"/>
            </a:pPr>
            <a:r>
              <a:rPr lang="es-ES" sz="2400" b="0" u="none" strike="noStrike" dirty="0" err="1">
                <a:solidFill>
                  <a:schemeClr val="dk1"/>
                </a:solidFill>
                <a:effectLst/>
                <a:uFillTx/>
                <a:latin typeface="Calibri"/>
              </a:rPr>
              <a:t>Deprojection</a:t>
            </a:r>
            <a:r>
              <a:rPr lang="es-ES" sz="2400" b="0" u="none" strike="noStrike" dirty="0">
                <a:solidFill>
                  <a:schemeClr val="dk1"/>
                </a:solidFill>
                <a:effectLst/>
                <a:uFillTx/>
                <a:latin typeface="Calibri"/>
              </a:rPr>
              <a:t> </a:t>
            </a:r>
            <a:r>
              <a:rPr lang="es-ES" sz="2400" b="0" u="none" strike="noStrike" dirty="0" err="1">
                <a:solidFill>
                  <a:schemeClr val="dk1"/>
                </a:solidFill>
                <a:effectLst/>
                <a:uFillTx/>
                <a:latin typeface="Calibri"/>
              </a:rPr>
              <a:t>to</a:t>
            </a:r>
            <a:r>
              <a:rPr lang="es-ES" sz="2400" b="0" u="none" strike="noStrike" dirty="0">
                <a:solidFill>
                  <a:schemeClr val="dk1"/>
                </a:solidFill>
                <a:effectLst/>
                <a:uFillTx/>
                <a:latin typeface="Calibri"/>
              </a:rPr>
              <a:t> 3D </a:t>
            </a:r>
            <a:r>
              <a:rPr lang="es-ES" sz="2400" b="0" u="none" strike="noStrike" dirty="0" err="1">
                <a:solidFill>
                  <a:schemeClr val="dk1"/>
                </a:solidFill>
                <a:effectLst/>
                <a:uFillTx/>
                <a:latin typeface="Calibri"/>
              </a:rPr>
              <a:t>coordinates</a:t>
            </a:r>
            <a:r>
              <a:rPr lang="es-ES" sz="2400" b="0" u="none" strike="noStrike" dirty="0">
                <a:solidFill>
                  <a:schemeClr val="dk1"/>
                </a:solidFill>
                <a:effectLst/>
                <a:uFillTx/>
                <a:latin typeface="Calibri"/>
              </a:rPr>
              <a:t>:</a:t>
            </a:r>
            <a:br>
              <a:rPr sz="2400" dirty="0"/>
            </a:br>
            <a:r>
              <a:rPr lang="es-ES" sz="2400" b="0" u="none" strike="noStrike" dirty="0">
                <a:solidFill>
                  <a:schemeClr val="dk1"/>
                </a:solidFill>
                <a:effectLst/>
                <a:uFillTx/>
                <a:latin typeface="Calibri"/>
              </a:rPr>
              <a:t> </a:t>
            </a:r>
          </a:p>
          <a:p>
            <a:pPr indent="0" algn="l" defTabSz="914400">
              <a:lnSpc>
                <a:spcPct val="90000"/>
              </a:lnSpc>
              <a:spcBef>
                <a:spcPts val="1001"/>
              </a:spcBef>
              <a:buNone/>
              <a:tabLst>
                <a:tab pos="0" algn="l"/>
              </a:tabLst>
            </a:pPr>
            <a:endParaRPr lang="es-ES" sz="2800" b="0" u="none" strike="noStrike" dirty="0">
              <a:solidFill>
                <a:schemeClr val="dk1"/>
              </a:solidFill>
              <a:effectLst/>
              <a:uFillTx/>
              <a:latin typeface="Calibri"/>
            </a:endParaRPr>
          </a:p>
        </p:txBody>
      </p:sp>
      <p:sp>
        <p:nvSpPr>
          <p:cNvPr id="75" name="CuadroTexto 4"/>
          <p:cNvSpPr/>
          <p:nvPr/>
        </p:nvSpPr>
        <p:spPr>
          <a:xfrm>
            <a:off x="838080" y="603360"/>
            <a:ext cx="6094080" cy="707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s-ES" sz="4000" b="0" u="none" strike="noStrike">
                <a:solidFill>
                  <a:srgbClr val="D51F3B"/>
                </a:solidFill>
                <a:effectLst/>
                <a:uFillTx/>
                <a:latin typeface="Calibri"/>
              </a:rPr>
              <a:t>Objective &amp; Method (a,b,c)</a:t>
            </a:r>
            <a:endParaRPr lang="en-US" sz="4000" b="0" u="none" strike="noStrike">
              <a:solidFill>
                <a:srgbClr val="000000"/>
              </a:solidFill>
              <a:effectLst/>
              <a:uFillTx/>
              <a:latin typeface="Arial"/>
            </a:endParaRPr>
          </a:p>
        </p:txBody>
      </p:sp>
      <p:pic>
        <p:nvPicPr>
          <p:cNvPr id="76" name="Imagen 3"/>
          <p:cNvPicPr/>
          <p:nvPr/>
        </p:nvPicPr>
        <p:blipFill>
          <a:blip r:embed="rId2"/>
          <a:srcRect r="11519"/>
          <a:stretch/>
        </p:blipFill>
        <p:spPr>
          <a:xfrm>
            <a:off x="713160" y="5919480"/>
            <a:ext cx="9524160" cy="846360"/>
          </a:xfrm>
          <a:prstGeom prst="rect">
            <a:avLst/>
          </a:prstGeom>
          <a:noFill/>
          <a:ln w="0">
            <a:noFill/>
          </a:ln>
        </p:spPr>
      </p:pic>
      <p:pic>
        <p:nvPicPr>
          <p:cNvPr id="77" name="Imagen 6"/>
          <p:cNvPicPr/>
          <p:nvPr/>
        </p:nvPicPr>
        <p:blipFill>
          <a:blip r:embed="rId2"/>
          <a:srcRect l="88455" b="38841"/>
          <a:stretch/>
        </p:blipFill>
        <p:spPr>
          <a:xfrm>
            <a:off x="10238400" y="5918040"/>
            <a:ext cx="1239840" cy="517320"/>
          </a:xfrm>
          <a:prstGeom prst="rect">
            <a:avLst/>
          </a:prstGeom>
          <a:noFill/>
          <a:ln w="0">
            <a:noFill/>
          </a:ln>
        </p:spPr>
      </p:pic>
      <p:pic>
        <p:nvPicPr>
          <p:cNvPr id="78" name="Imagen 5"/>
          <p:cNvPicPr/>
          <p:nvPr/>
        </p:nvPicPr>
        <p:blipFill>
          <a:blip r:embed="rId3"/>
          <a:srcRect b="53922"/>
          <a:stretch/>
        </p:blipFill>
        <p:spPr>
          <a:xfrm>
            <a:off x="5703480" y="4645800"/>
            <a:ext cx="2458080" cy="585720"/>
          </a:xfrm>
          <a:prstGeom prst="rect">
            <a:avLst/>
          </a:prstGeom>
          <a:noFill/>
          <a:ln w="0">
            <a:noFill/>
          </a:ln>
        </p:spPr>
      </p:pic>
      <p:pic>
        <p:nvPicPr>
          <p:cNvPr id="79" name="Imagen 8"/>
          <p:cNvPicPr/>
          <p:nvPr/>
        </p:nvPicPr>
        <p:blipFill>
          <a:blip r:embed="rId4"/>
          <a:srcRect r="55045"/>
          <a:stretch/>
        </p:blipFill>
        <p:spPr>
          <a:xfrm>
            <a:off x="9131760" y="4370400"/>
            <a:ext cx="2458080" cy="1241280"/>
          </a:xfrm>
          <a:prstGeom prst="rect">
            <a:avLst/>
          </a:prstGeom>
          <a:noFill/>
          <a:ln w="0">
            <a:noFill/>
          </a:ln>
        </p:spPr>
      </p:pic>
      <p:sp>
        <p:nvSpPr>
          <p:cNvPr id="80" name="Flecha: a la derecha 11"/>
          <p:cNvSpPr/>
          <p:nvPr/>
        </p:nvSpPr>
        <p:spPr>
          <a:xfrm>
            <a:off x="8317080" y="4819680"/>
            <a:ext cx="659160" cy="292320"/>
          </a:xfrm>
          <a:prstGeom prst="rightArrow">
            <a:avLst>
              <a:gd name="adj1" fmla="val 50000"/>
              <a:gd name="adj2" fmla="val 50000"/>
            </a:avLst>
          </a:prstGeom>
          <a:solidFill>
            <a:srgbClr val="000000"/>
          </a:solidFill>
          <a:ln>
            <a:solidFill>
              <a:srgbClr val="000000"/>
            </a:solidFill>
          </a:ln>
        </p:spPr>
        <p:style>
          <a:lnRef idx="2">
            <a:schemeClr val="dk1">
              <a:shade val="15000"/>
            </a:schemeClr>
          </a:lnRef>
          <a:fillRef idx="1">
            <a:schemeClr val="dk1"/>
          </a:fillRef>
          <a:effectRef idx="0">
            <a:schemeClr val="dk1"/>
          </a:effectRef>
          <a:fontRef idx="minor"/>
        </p:style>
        <p:txBody>
          <a:bodyPr lIns="90000" tIns="45000" rIns="90000" bIns="45000" anchor="ctr">
            <a:noAutofit/>
          </a:bodyPr>
          <a:lstStyle/>
          <a:p>
            <a:endParaRPr lang="es-ES" sz="1800" b="0" u="none" strike="noStrike">
              <a:solidFill>
                <a:schemeClr val="lt1"/>
              </a:solidFill>
              <a:effectLst/>
              <a:uFillTx/>
              <a:latin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CuadroTexto 4"/>
          <p:cNvSpPr/>
          <p:nvPr/>
        </p:nvSpPr>
        <p:spPr>
          <a:xfrm>
            <a:off x="838080" y="603360"/>
            <a:ext cx="6094080" cy="707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s-ES" sz="4000" b="0" u="none" strike="noStrike">
                <a:solidFill>
                  <a:srgbClr val="D51F3B"/>
                </a:solidFill>
                <a:effectLst/>
                <a:uFillTx/>
                <a:latin typeface="Calibri"/>
              </a:rPr>
              <a:t>Results</a:t>
            </a:r>
            <a:endParaRPr lang="en-US" sz="4000" b="0" u="none" strike="noStrike">
              <a:solidFill>
                <a:srgbClr val="000000"/>
              </a:solidFill>
              <a:effectLst/>
              <a:uFillTx/>
              <a:latin typeface="Arial"/>
            </a:endParaRPr>
          </a:p>
        </p:txBody>
      </p:sp>
      <p:pic>
        <p:nvPicPr>
          <p:cNvPr id="82" name="Imagen 3"/>
          <p:cNvPicPr/>
          <p:nvPr/>
        </p:nvPicPr>
        <p:blipFill>
          <a:blip r:embed="rId2"/>
          <a:srcRect r="11519"/>
          <a:stretch/>
        </p:blipFill>
        <p:spPr>
          <a:xfrm>
            <a:off x="713160" y="5919480"/>
            <a:ext cx="9524160" cy="846360"/>
          </a:xfrm>
          <a:prstGeom prst="rect">
            <a:avLst/>
          </a:prstGeom>
          <a:noFill/>
          <a:ln w="0">
            <a:noFill/>
          </a:ln>
        </p:spPr>
      </p:pic>
      <p:pic>
        <p:nvPicPr>
          <p:cNvPr id="83" name="Imagen 6"/>
          <p:cNvPicPr/>
          <p:nvPr/>
        </p:nvPicPr>
        <p:blipFill>
          <a:blip r:embed="rId2"/>
          <a:srcRect l="88455" b="38841"/>
          <a:stretch/>
        </p:blipFill>
        <p:spPr>
          <a:xfrm>
            <a:off x="10238400" y="5918040"/>
            <a:ext cx="1239840" cy="517320"/>
          </a:xfrm>
          <a:prstGeom prst="rect">
            <a:avLst/>
          </a:prstGeom>
          <a:noFill/>
          <a:ln w="0">
            <a:noFill/>
          </a:ln>
        </p:spPr>
      </p:pic>
      <p:pic>
        <p:nvPicPr>
          <p:cNvPr id="84" name="Imagen 2"/>
          <p:cNvPicPr/>
          <p:nvPr/>
        </p:nvPicPr>
        <p:blipFill>
          <a:blip r:embed="rId3"/>
          <a:stretch/>
        </p:blipFill>
        <p:spPr>
          <a:xfrm>
            <a:off x="713160" y="1523520"/>
            <a:ext cx="5330880" cy="4264560"/>
          </a:xfrm>
          <a:prstGeom prst="rect">
            <a:avLst/>
          </a:prstGeom>
          <a:noFill/>
          <a:ln w="0">
            <a:noFill/>
          </a:ln>
        </p:spPr>
      </p:pic>
      <p:pic>
        <p:nvPicPr>
          <p:cNvPr id="85" name="Imagen 10"/>
          <p:cNvPicPr/>
          <p:nvPr/>
        </p:nvPicPr>
        <p:blipFill>
          <a:blip r:embed="rId4"/>
          <a:stretch/>
        </p:blipFill>
        <p:spPr>
          <a:xfrm>
            <a:off x="6537240" y="1653480"/>
            <a:ext cx="5330880" cy="4264560"/>
          </a:xfrm>
          <a:prstGeom prst="rect">
            <a:avLst/>
          </a:prstGeom>
          <a:noFill/>
          <a:ln w="0">
            <a:noFill/>
          </a:ln>
        </p:spPr>
      </p:pic>
      <p:sp>
        <p:nvSpPr>
          <p:cNvPr id="86" name="Rectángulo 11"/>
          <p:cNvSpPr/>
          <p:nvPr/>
        </p:nvSpPr>
        <p:spPr>
          <a:xfrm>
            <a:off x="1682280" y="1388160"/>
            <a:ext cx="2529000" cy="415440"/>
          </a:xfrm>
          <a:prstGeom prst="rect">
            <a:avLst/>
          </a:prstGeom>
          <a:solidFill>
            <a:schemeClr val="bg1"/>
          </a:solidFill>
          <a:ln>
            <a:solidFill>
              <a:srgbClr val="FFFFFF"/>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s-ES" sz="1800" b="0" u="none" strike="noStrike">
              <a:solidFill>
                <a:schemeClr val="lt1"/>
              </a:solidFill>
              <a:effectLst/>
              <a:uFillTx/>
              <a:latin typeface="Calibri"/>
            </a:endParaRPr>
          </a:p>
        </p:txBody>
      </p:sp>
      <p:sp>
        <p:nvSpPr>
          <p:cNvPr id="87" name="Rectángulo 13"/>
          <p:cNvSpPr/>
          <p:nvPr/>
        </p:nvSpPr>
        <p:spPr>
          <a:xfrm>
            <a:off x="7708680" y="1596240"/>
            <a:ext cx="2529000" cy="415440"/>
          </a:xfrm>
          <a:prstGeom prst="rect">
            <a:avLst/>
          </a:prstGeom>
          <a:solidFill>
            <a:schemeClr val="bg1"/>
          </a:solidFill>
          <a:ln>
            <a:solidFill>
              <a:srgbClr val="FFFFFF"/>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s-ES" sz="1800" b="0" u="none" strike="noStrike">
              <a:solidFill>
                <a:schemeClr val="lt1"/>
              </a:solidFill>
              <a:effectLst/>
              <a:uFillTx/>
              <a:latin typeface="Calibri"/>
            </a:endParaRPr>
          </a:p>
        </p:txBody>
      </p:sp>
      <p:sp>
        <p:nvSpPr>
          <p:cNvPr id="88" name="CuadroTexto 14"/>
          <p:cNvSpPr/>
          <p:nvPr/>
        </p:nvSpPr>
        <p:spPr>
          <a:xfrm>
            <a:off x="587160" y="1411560"/>
            <a:ext cx="4718880" cy="368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s-ES" sz="1800" b="0" u="none" strike="noStrike">
                <a:solidFill>
                  <a:schemeClr val="dk1"/>
                </a:solidFill>
                <a:effectLst/>
                <a:uFillTx/>
                <a:latin typeface="Calibri"/>
              </a:rPr>
              <a:t>3D Trajectory of the Swinging Load with 𝑀𝑖𝑛𝑡</a:t>
            </a:r>
            <a:endParaRPr lang="en-US" sz="1800" b="0" u="none" strike="noStrike">
              <a:solidFill>
                <a:srgbClr val="000000"/>
              </a:solidFill>
              <a:effectLst/>
              <a:uFillTx/>
              <a:latin typeface="Arial"/>
            </a:endParaRPr>
          </a:p>
        </p:txBody>
      </p:sp>
      <p:sp>
        <p:nvSpPr>
          <p:cNvPr id="89" name="CuadroTexto 16"/>
          <p:cNvSpPr/>
          <p:nvPr/>
        </p:nvSpPr>
        <p:spPr>
          <a:xfrm>
            <a:off x="6613560" y="1368360"/>
            <a:ext cx="4718880" cy="368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s-ES" sz="1800" b="0" u="none" strike="noStrike">
                <a:solidFill>
                  <a:schemeClr val="dk1"/>
                </a:solidFill>
                <a:effectLst/>
                <a:uFillTx/>
                <a:latin typeface="Calibri"/>
              </a:rPr>
              <a:t>3D Trajectory of the Swinging Load with 𝑀𝑑 </a:t>
            </a:r>
            <a:endParaRPr lang="en-US" sz="1800" b="0" u="none" strike="noStrike">
              <a:solidFill>
                <a:srgbClr val="000000"/>
              </a:solidFill>
              <a:effectLst/>
              <a:uFillTx/>
              <a:latin typeface="Arial"/>
            </a:endParaRPr>
          </a:p>
        </p:txBody>
      </p:sp>
      <p:pic>
        <p:nvPicPr>
          <p:cNvPr id="90" name="Imagen 19"/>
          <p:cNvPicPr/>
          <p:nvPr/>
        </p:nvPicPr>
        <p:blipFill>
          <a:blip r:embed="rId5"/>
          <a:stretch/>
        </p:blipFill>
        <p:spPr>
          <a:xfrm>
            <a:off x="8687520" y="4047120"/>
            <a:ext cx="3180600" cy="2229480"/>
          </a:xfrm>
          <a:prstGeom prst="rect">
            <a:avLst/>
          </a:prstGeom>
          <a:noFill/>
          <a:ln w="0">
            <a:noFill/>
          </a:ln>
        </p:spPr>
      </p:pic>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9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PlaceHolder 1"/>
          <p:cNvSpPr>
            <a:spLocks noGrp="1"/>
          </p:cNvSpPr>
          <p:nvPr>
            <p:ph/>
          </p:nvPr>
        </p:nvSpPr>
        <p:spPr>
          <a:xfrm>
            <a:off x="841320" y="1600200"/>
            <a:ext cx="10514880" cy="2376720"/>
          </a:xfrm>
          <a:prstGeom prst="rect">
            <a:avLst/>
          </a:prstGeom>
          <a:noFill/>
          <a:ln w="0">
            <a:noFill/>
          </a:ln>
        </p:spPr>
        <p:txBody>
          <a:bodyPr lIns="91440" tIns="45720" rIns="91440" bIns="45720" anchor="t">
            <a:normAutofit lnSpcReduction="10000"/>
          </a:bodyPr>
          <a:lstStyle/>
          <a:p>
            <a:pPr marL="228600" indent="-228600" algn="l" defTabSz="914400">
              <a:lnSpc>
                <a:spcPct val="90000"/>
              </a:lnSpc>
              <a:spcBef>
                <a:spcPts val="1001"/>
              </a:spcBef>
              <a:buClr>
                <a:srgbClr val="000000"/>
              </a:buClr>
              <a:buFont typeface="Arial"/>
              <a:buChar char="•"/>
            </a:pPr>
            <a:r>
              <a:rPr lang="es-ES" sz="2000" b="1" u="none" strike="noStrike">
                <a:solidFill>
                  <a:schemeClr val="dk1"/>
                </a:solidFill>
                <a:effectLst/>
                <a:uFillTx/>
                <a:latin typeface="Calibri"/>
              </a:rPr>
              <a:t>Objective: </a:t>
            </a:r>
            <a:r>
              <a:rPr lang="es-ES" sz="2000" b="0" u="none" strike="noStrike">
                <a:solidFill>
                  <a:schemeClr val="dk1"/>
                </a:solidFill>
                <a:effectLst/>
                <a:uFillTx/>
                <a:latin typeface="Calibri"/>
              </a:rPr>
              <a:t>Learn the mapping fθ(o1) = o2* with an ML model and compare o1, o2 and o2* with the Euclidean error.</a:t>
            </a:r>
          </a:p>
          <a:p>
            <a:pPr marL="228600" indent="-228600" algn="l" defTabSz="914400">
              <a:lnSpc>
                <a:spcPct val="90000"/>
              </a:lnSpc>
              <a:spcBef>
                <a:spcPts val="1001"/>
              </a:spcBef>
              <a:buClr>
                <a:srgbClr val="000000"/>
              </a:buClr>
              <a:buFont typeface="Arial"/>
              <a:buChar char="•"/>
            </a:pPr>
            <a:r>
              <a:rPr lang="es-ES" sz="2000" b="1" u="none" strike="noStrike">
                <a:solidFill>
                  <a:schemeClr val="dk1"/>
                </a:solidFill>
                <a:effectLst/>
                <a:uFillTx/>
                <a:latin typeface="Calibri"/>
              </a:rPr>
              <a:t>Method:</a:t>
            </a:r>
            <a:endParaRPr lang="es-ES" sz="2000" b="0" u="none" strike="noStrike">
              <a:solidFill>
                <a:schemeClr val="dk1"/>
              </a:solidFill>
              <a:effectLst/>
              <a:uFillTx/>
              <a:latin typeface="Calibri"/>
            </a:endParaRPr>
          </a:p>
          <a:p>
            <a:pPr marL="685800" lvl="1" indent="-228600" algn="l" defTabSz="914400">
              <a:lnSpc>
                <a:spcPct val="90000"/>
              </a:lnSpc>
              <a:spcBef>
                <a:spcPts val="499"/>
              </a:spcBef>
              <a:buClr>
                <a:srgbClr val="000000"/>
              </a:buClr>
              <a:buFont typeface="Arial"/>
              <a:buChar char="•"/>
            </a:pPr>
            <a:r>
              <a:rPr lang="es-ES" sz="1600" b="0" u="none" strike="noStrike">
                <a:solidFill>
                  <a:schemeClr val="dk1"/>
                </a:solidFill>
                <a:effectLst/>
                <a:uFillTx/>
                <a:latin typeface="Calibri"/>
              </a:rPr>
              <a:t>Data: o1 (M_int) and o2 (M_d) of the 391 frames with valid depth, 80 % training / 20 % test</a:t>
            </a:r>
          </a:p>
          <a:p>
            <a:pPr marL="685800" lvl="1" indent="-228600" algn="l" defTabSz="914400">
              <a:lnSpc>
                <a:spcPct val="90000"/>
              </a:lnSpc>
              <a:spcBef>
                <a:spcPts val="499"/>
              </a:spcBef>
              <a:buClr>
                <a:srgbClr val="000000"/>
              </a:buClr>
              <a:buFont typeface="Arial"/>
              <a:buChar char="•"/>
            </a:pPr>
            <a:r>
              <a:rPr lang="es-ES" sz="1600" b="0" u="none" strike="noStrike">
                <a:solidFill>
                  <a:schemeClr val="dk1"/>
                </a:solidFill>
                <a:effectLst/>
                <a:uFillTx/>
                <a:latin typeface="Calibri"/>
              </a:rPr>
              <a:t>Model: dense network 3-32-32-3 (ReLU), Adam, MSE loss, early stopping, normalized data</a:t>
            </a:r>
          </a:p>
          <a:p>
            <a:pPr marL="685800" lvl="1" indent="-228600" algn="l" defTabSz="914400">
              <a:lnSpc>
                <a:spcPct val="90000"/>
              </a:lnSpc>
              <a:spcBef>
                <a:spcPts val="499"/>
              </a:spcBef>
              <a:buClr>
                <a:srgbClr val="000000"/>
              </a:buClr>
              <a:buFont typeface="Arial"/>
              <a:buChar char="•"/>
            </a:pPr>
            <a:r>
              <a:rPr lang="es-ES" sz="1600" b="0" u="none" strike="noStrike">
                <a:solidFill>
                  <a:schemeClr val="dk1"/>
                </a:solidFill>
                <a:effectLst/>
                <a:uFillTx/>
                <a:latin typeface="Calibri"/>
              </a:rPr>
              <a:t>KPI: RMSE on the training and on the test data</a:t>
            </a:r>
          </a:p>
          <a:p>
            <a:pPr marL="685800" lvl="1" indent="-228600" algn="l" defTabSz="914400">
              <a:lnSpc>
                <a:spcPct val="90000"/>
              </a:lnSpc>
              <a:spcBef>
                <a:spcPts val="499"/>
              </a:spcBef>
              <a:buClr>
                <a:srgbClr val="000000"/>
              </a:buClr>
              <a:buFont typeface="Arial"/>
              <a:buChar char="•"/>
            </a:pPr>
            <a:r>
              <a:rPr lang="es-ES" sz="1600" b="0" u="none" strike="noStrike">
                <a:solidFill>
                  <a:schemeClr val="dk1"/>
                </a:solidFill>
                <a:effectLst/>
                <a:uFillTx/>
                <a:latin typeface="Calibri"/>
              </a:rPr>
              <a:t>Euclidean error per frame: ||a − b|| = √(Δx² + Δy² + Δz²)</a:t>
            </a:r>
            <a:br>
              <a:rPr sz="2400"/>
            </a:br>
            <a:r>
              <a:rPr lang="es-ES" sz="2400" b="0" u="none" strike="noStrike">
                <a:solidFill>
                  <a:schemeClr val="dk1"/>
                </a:solidFill>
                <a:effectLst/>
                <a:uFillTx/>
                <a:latin typeface="Calibri"/>
              </a:rPr>
              <a:t> </a:t>
            </a:r>
          </a:p>
        </p:txBody>
      </p:sp>
      <p:sp>
        <p:nvSpPr>
          <p:cNvPr id="92" name="CuadroTexto 4"/>
          <p:cNvSpPr/>
          <p:nvPr/>
        </p:nvSpPr>
        <p:spPr>
          <a:xfrm>
            <a:off x="838080" y="603360"/>
            <a:ext cx="6094080" cy="707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s-ES" sz="4000" b="0" u="none" strike="noStrike">
                <a:solidFill>
                  <a:srgbClr val="D51F3B"/>
                </a:solidFill>
                <a:effectLst/>
                <a:uFillTx/>
                <a:latin typeface="Calibri"/>
              </a:rPr>
              <a:t>Objective &amp; Method (d,e)</a:t>
            </a:r>
            <a:endParaRPr lang="en-US" sz="4000" b="0" u="none" strike="noStrike">
              <a:solidFill>
                <a:srgbClr val="000000"/>
              </a:solidFill>
              <a:effectLst/>
              <a:uFillTx/>
              <a:latin typeface="Arial"/>
            </a:endParaRPr>
          </a:p>
        </p:txBody>
      </p:sp>
      <p:pic>
        <p:nvPicPr>
          <p:cNvPr id="93" name="Imagen 3"/>
          <p:cNvPicPr/>
          <p:nvPr/>
        </p:nvPicPr>
        <p:blipFill>
          <a:blip r:embed="rId2"/>
          <a:srcRect r="11519"/>
          <a:stretch/>
        </p:blipFill>
        <p:spPr>
          <a:xfrm>
            <a:off x="713160" y="5919480"/>
            <a:ext cx="9524160" cy="846360"/>
          </a:xfrm>
          <a:prstGeom prst="rect">
            <a:avLst/>
          </a:prstGeom>
          <a:noFill/>
          <a:ln w="0">
            <a:noFill/>
          </a:ln>
        </p:spPr>
      </p:pic>
      <p:pic>
        <p:nvPicPr>
          <p:cNvPr id="94" name="Imagen 6"/>
          <p:cNvPicPr/>
          <p:nvPr/>
        </p:nvPicPr>
        <p:blipFill>
          <a:blip r:embed="rId2"/>
          <a:srcRect l="88455" b="38841"/>
          <a:stretch/>
        </p:blipFill>
        <p:spPr>
          <a:xfrm>
            <a:off x="10238400" y="5918040"/>
            <a:ext cx="1239840" cy="517320"/>
          </a:xfrm>
          <a:prstGeom prst="rect">
            <a:avLst/>
          </a:prstGeom>
          <a:noFill/>
          <a:ln w="0">
            <a:noFill/>
          </a:ln>
        </p:spPr>
      </p:pic>
      <p:pic>
        <p:nvPicPr>
          <p:cNvPr id="95" name="Picture 7" descr="nb_c4_2.png"/>
          <p:cNvPicPr/>
          <p:nvPr/>
        </p:nvPicPr>
        <p:blipFill>
          <a:blip r:embed="rId3"/>
          <a:stretch/>
        </p:blipFill>
        <p:spPr>
          <a:xfrm>
            <a:off x="932760" y="3840480"/>
            <a:ext cx="6034680" cy="1978920"/>
          </a:xfrm>
          <a:prstGeom prst="rect">
            <a:avLst/>
          </a:prstGeom>
          <a:noFill/>
          <a:ln w="0">
            <a:noFill/>
          </a:ln>
        </p:spPr>
      </p:pic>
      <p:sp>
        <p:nvSpPr>
          <p:cNvPr id="96" name="TextBox 8"/>
          <p:cNvSpPr/>
          <p:nvPr/>
        </p:nvSpPr>
        <p:spPr>
          <a:xfrm>
            <a:off x="7223760" y="4343400"/>
            <a:ext cx="4114440" cy="914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spcAft>
                <a:spcPts val="601"/>
              </a:spcAft>
            </a:pPr>
            <a:r>
              <a:rPr lang="es-ES" sz="1400" b="0" u="none" strike="noStrike">
                <a:solidFill>
                  <a:schemeClr val="dk1"/>
                </a:solidFill>
                <a:effectLst/>
                <a:uFillTx/>
                <a:latin typeface="Calibri"/>
              </a:rPr>
              <a:t>Architecture of the regression model: 3 inputs (X, Y, Z of o1), two dense layers with 32 neurons, 3 outputs (o2*)</a:t>
            </a:r>
            <a:endParaRPr lang="en-US" sz="1400" b="0" u="none" strike="noStrike">
              <a:solidFill>
                <a:srgbClr val="000000"/>
              </a:solidFill>
              <a:effectLst/>
              <a:uFillTx/>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CuadroTexto 4"/>
          <p:cNvSpPr/>
          <p:nvPr/>
        </p:nvSpPr>
        <p:spPr>
          <a:xfrm>
            <a:off x="838080" y="603360"/>
            <a:ext cx="6094080" cy="707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s-ES" sz="4000" b="0" u="none" strike="noStrike">
                <a:solidFill>
                  <a:srgbClr val="D51F3B"/>
                </a:solidFill>
                <a:effectLst/>
                <a:uFillTx/>
                <a:latin typeface="Calibri"/>
              </a:rPr>
              <a:t>Results (d,e)</a:t>
            </a:r>
            <a:endParaRPr lang="en-US" sz="4000" b="0" u="none" strike="noStrike">
              <a:solidFill>
                <a:srgbClr val="000000"/>
              </a:solidFill>
              <a:effectLst/>
              <a:uFillTx/>
              <a:latin typeface="Arial"/>
            </a:endParaRPr>
          </a:p>
        </p:txBody>
      </p:sp>
      <p:pic>
        <p:nvPicPr>
          <p:cNvPr id="98" name="Imagen 3"/>
          <p:cNvPicPr/>
          <p:nvPr/>
        </p:nvPicPr>
        <p:blipFill>
          <a:blip r:embed="rId2"/>
          <a:srcRect r="11519"/>
          <a:stretch/>
        </p:blipFill>
        <p:spPr>
          <a:xfrm>
            <a:off x="713160" y="5919480"/>
            <a:ext cx="9524160" cy="846360"/>
          </a:xfrm>
          <a:prstGeom prst="rect">
            <a:avLst/>
          </a:prstGeom>
          <a:noFill/>
          <a:ln w="0">
            <a:noFill/>
          </a:ln>
        </p:spPr>
      </p:pic>
      <p:pic>
        <p:nvPicPr>
          <p:cNvPr id="99" name="Imagen 6"/>
          <p:cNvPicPr/>
          <p:nvPr/>
        </p:nvPicPr>
        <p:blipFill>
          <a:blip r:embed="rId2"/>
          <a:srcRect l="88455" b="38841"/>
          <a:stretch/>
        </p:blipFill>
        <p:spPr>
          <a:xfrm>
            <a:off x="10238400" y="5918040"/>
            <a:ext cx="1239840" cy="517320"/>
          </a:xfrm>
          <a:prstGeom prst="rect">
            <a:avLst/>
          </a:prstGeom>
          <a:noFill/>
          <a:ln w="0">
            <a:noFill/>
          </a:ln>
        </p:spPr>
      </p:pic>
      <p:sp>
        <p:nvSpPr>
          <p:cNvPr id="100" name="CuadroTexto 14"/>
          <p:cNvSpPr/>
          <p:nvPr/>
        </p:nvSpPr>
        <p:spPr>
          <a:xfrm>
            <a:off x="932760" y="1371600"/>
            <a:ext cx="4023000" cy="36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s-ES" sz="1400" b="0" u="none" strike="noStrike">
                <a:solidFill>
                  <a:schemeClr val="dk1"/>
                </a:solidFill>
                <a:effectLst/>
                <a:uFillTx/>
                <a:latin typeface="Calibri"/>
              </a:rPr>
              <a:t>Training and validation loss</a:t>
            </a:r>
            <a:endParaRPr lang="en-US" sz="1400" b="0" u="none" strike="noStrike">
              <a:solidFill>
                <a:srgbClr val="000000"/>
              </a:solidFill>
              <a:effectLst/>
              <a:uFillTx/>
              <a:latin typeface="Arial"/>
            </a:endParaRPr>
          </a:p>
        </p:txBody>
      </p:sp>
      <p:sp>
        <p:nvSpPr>
          <p:cNvPr id="101" name="CuadroTexto 16"/>
          <p:cNvSpPr/>
          <p:nvPr/>
        </p:nvSpPr>
        <p:spPr>
          <a:xfrm>
            <a:off x="5212080" y="1371600"/>
            <a:ext cx="6126120" cy="36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s-ES" sz="1400" b="0" u="none" strike="noStrike">
                <a:solidFill>
                  <a:schemeClr val="dk1"/>
                </a:solidFill>
                <a:effectLst/>
                <a:uFillTx/>
                <a:latin typeface="Calibri"/>
              </a:rPr>
              <a:t>Euclidean error per frame (left) and distribution (right)</a:t>
            </a:r>
            <a:endParaRPr lang="en-US" sz="1400" b="0" u="none" strike="noStrike">
              <a:solidFill>
                <a:srgbClr val="000000"/>
              </a:solidFill>
              <a:effectLst/>
              <a:uFillTx/>
              <a:latin typeface="Arial"/>
            </a:endParaRPr>
          </a:p>
        </p:txBody>
      </p:sp>
      <p:pic>
        <p:nvPicPr>
          <p:cNvPr id="102" name="Picture 17" descr="nb_c3_1.png"/>
          <p:cNvPicPr/>
          <p:nvPr/>
        </p:nvPicPr>
        <p:blipFill>
          <a:blip r:embed="rId3"/>
          <a:stretch/>
        </p:blipFill>
        <p:spPr>
          <a:xfrm>
            <a:off x="932760" y="1783080"/>
            <a:ext cx="4023000" cy="2784240"/>
          </a:xfrm>
          <a:prstGeom prst="rect">
            <a:avLst/>
          </a:prstGeom>
          <a:noFill/>
          <a:ln w="0">
            <a:noFill/>
          </a:ln>
        </p:spPr>
      </p:pic>
      <p:pic>
        <p:nvPicPr>
          <p:cNvPr id="103" name="Picture 18" descr="nb_c6_3.png"/>
          <p:cNvPicPr/>
          <p:nvPr/>
        </p:nvPicPr>
        <p:blipFill>
          <a:blip r:embed="rId4"/>
          <a:stretch/>
        </p:blipFill>
        <p:spPr>
          <a:xfrm>
            <a:off x="5212080" y="1783080"/>
            <a:ext cx="6126120" cy="2003760"/>
          </a:xfrm>
          <a:prstGeom prst="rect">
            <a:avLst/>
          </a:prstGeom>
          <a:noFill/>
          <a:ln w="0">
            <a:noFill/>
          </a:ln>
        </p:spPr>
      </p:pic>
      <p:sp>
        <p:nvSpPr>
          <p:cNvPr id="104" name="TextBox 19"/>
          <p:cNvSpPr/>
          <p:nvPr/>
        </p:nvSpPr>
        <p:spPr>
          <a:xfrm>
            <a:off x="841320" y="4709160"/>
            <a:ext cx="10496880" cy="1142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85840" indent="-285840" defTabSz="914400">
              <a:lnSpc>
                <a:spcPct val="100000"/>
              </a:lnSpc>
              <a:spcAft>
                <a:spcPts val="601"/>
              </a:spcAft>
              <a:buClr>
                <a:srgbClr val="000000"/>
              </a:buClr>
              <a:buFont typeface="Symbol" charset="2"/>
              <a:buChar char=""/>
            </a:pPr>
            <a:r>
              <a:rPr lang="es-ES" sz="1600" b="0" u="none" strike="noStrike">
                <a:solidFill>
                  <a:schemeClr val="dk1"/>
                </a:solidFill>
                <a:effectLst/>
                <a:uFillTx/>
                <a:latin typeface="Calibri"/>
              </a:rPr>
              <a:t>Train RMSE = 0.011 m, test RMSE = 0.013 m: both small and similar, so o2* ≈ o2 and the model does not overfit</a:t>
            </a:r>
            <a:endParaRPr lang="en-US" sz="1600" b="0" u="none" strike="noStrike">
              <a:solidFill>
                <a:srgbClr val="000000"/>
              </a:solidFill>
              <a:effectLst/>
              <a:uFillTx/>
              <a:latin typeface="Arial"/>
            </a:endParaRPr>
          </a:p>
          <a:p>
            <a:pPr marL="285840" indent="-285840" defTabSz="914400">
              <a:lnSpc>
                <a:spcPct val="100000"/>
              </a:lnSpc>
              <a:spcAft>
                <a:spcPts val="601"/>
              </a:spcAft>
              <a:buClr>
                <a:srgbClr val="000000"/>
              </a:buClr>
              <a:buFont typeface="Symbol" charset="2"/>
              <a:buChar char=""/>
            </a:pPr>
            <a:r>
              <a:rPr lang="es-ES" sz="1600" b="0" u="none" strike="noStrike">
                <a:solidFill>
                  <a:schemeClr val="dk1"/>
                </a:solidFill>
                <a:effectLst/>
                <a:uFillTx/>
                <a:latin typeface="Calibri"/>
              </a:rPr>
              <a:t>||o1 − o2||: mean 1.59 m, max 4.27 m – the choice of M_int or M_d changes the trajectory a lot</a:t>
            </a:r>
            <a:endParaRPr lang="en-US" sz="1600" b="0" u="none" strike="noStrike">
              <a:solidFill>
                <a:srgbClr val="000000"/>
              </a:solidFill>
              <a:effectLst/>
              <a:uFillTx/>
              <a:latin typeface="Arial"/>
            </a:endParaRPr>
          </a:p>
          <a:p>
            <a:pPr marL="285840" indent="-285840" defTabSz="914400">
              <a:lnSpc>
                <a:spcPct val="100000"/>
              </a:lnSpc>
              <a:spcAft>
                <a:spcPts val="601"/>
              </a:spcAft>
              <a:buClr>
                <a:srgbClr val="000000"/>
              </a:buClr>
              <a:buFont typeface="Symbol" charset="2"/>
              <a:buChar char=""/>
            </a:pPr>
            <a:r>
              <a:rPr lang="es-ES" sz="1600" b="0" u="none" strike="noStrike">
                <a:solidFill>
                  <a:schemeClr val="dk1"/>
                </a:solidFill>
                <a:effectLst/>
                <a:uFillTx/>
                <a:latin typeface="Calibri"/>
              </a:rPr>
              <a:t>||o2 − o2*||: mean 0.010 m – the model learns the difference of the matrices, but not which one is correct</a:t>
            </a:r>
            <a:endParaRPr lang="en-US" sz="1600" b="0" u="none" strike="noStrike">
              <a:solidFill>
                <a:srgbClr val="000000"/>
              </a:solidFill>
              <a:effectLst/>
              <a:uFillTx/>
              <a:latin typeface="Arial"/>
            </a:endParaRPr>
          </a:p>
        </p:txBody>
      </p:sp>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10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CuadroTexto 4"/>
          <p:cNvSpPr/>
          <p:nvPr/>
        </p:nvSpPr>
        <p:spPr>
          <a:xfrm>
            <a:off x="1389960" y="2876400"/>
            <a:ext cx="9684360" cy="1322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s-ES" sz="4000" b="1" u="none" strike="noStrike">
                <a:solidFill>
                  <a:srgbClr val="D51F3B"/>
                </a:solidFill>
                <a:effectLst/>
                <a:uFillTx/>
                <a:latin typeface="Calibri"/>
              </a:rPr>
              <a:t>Q2 </a:t>
            </a:r>
            <a:r>
              <a:rPr lang="en-US" sz="4000" b="1" u="none" strike="noStrike">
                <a:solidFill>
                  <a:srgbClr val="D51F3B"/>
                </a:solidFill>
                <a:effectLst/>
                <a:uFillTx/>
                <a:latin typeface="Calibri"/>
              </a:rPr>
              <a:t>– </a:t>
            </a:r>
            <a:r>
              <a:rPr lang="es-ES" sz="4000" b="1" u="none" strike="noStrike">
                <a:solidFill>
                  <a:srgbClr val="D51F3B"/>
                </a:solidFill>
                <a:effectLst/>
                <a:uFillTx/>
                <a:latin typeface="Calibri"/>
              </a:rPr>
              <a:t>Lidar</a:t>
            </a:r>
            <a:endParaRPr lang="en-US" sz="4000" b="0" u="none" strike="noStrike">
              <a:solidFill>
                <a:srgbClr val="000000"/>
              </a:solidFill>
              <a:effectLst/>
              <a:uFillTx/>
              <a:latin typeface="Arial"/>
            </a:endParaRPr>
          </a:p>
          <a:p>
            <a:pPr defTabSz="914400">
              <a:lnSpc>
                <a:spcPct val="100000"/>
              </a:lnSpc>
            </a:pPr>
            <a:r>
              <a:rPr lang="es-ES" sz="4000" b="0" u="none" strike="noStrike">
                <a:solidFill>
                  <a:srgbClr val="D51F3B"/>
                </a:solidFill>
                <a:effectLst/>
                <a:uFillTx/>
                <a:latin typeface="Calibri"/>
              </a:rPr>
              <a:t>  </a:t>
            </a:r>
            <a:endParaRPr lang="en-US" sz="4000" b="0" u="none" strike="noStrike">
              <a:solidFill>
                <a:srgbClr val="000000"/>
              </a:solidFill>
              <a:effectLst/>
              <a:uFillTx/>
              <a:latin typeface="Arial"/>
            </a:endParaRPr>
          </a:p>
        </p:txBody>
      </p:sp>
      <p:sp>
        <p:nvSpPr>
          <p:cNvPr id="106" name="CuadroTexto 6"/>
          <p:cNvSpPr/>
          <p:nvPr/>
        </p:nvSpPr>
        <p:spPr>
          <a:xfrm>
            <a:off x="5581080" y="3538440"/>
            <a:ext cx="1302480" cy="399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s-ES" sz="2000" b="0" u="none" strike="noStrike">
                <a:solidFill>
                  <a:schemeClr val="dk1"/>
                </a:solidFill>
                <a:effectLst/>
                <a:uFillTx/>
                <a:latin typeface="Calibri"/>
              </a:rPr>
              <a:t>25 points</a:t>
            </a:r>
            <a:endParaRPr lang="en-US" sz="2000" b="0" u="none" strike="noStrike">
              <a:solidFill>
                <a:srgbClr val="000000"/>
              </a:solidFill>
              <a:effectLst/>
              <a:uFillTx/>
              <a:latin typeface="Arial"/>
            </a:endParaRPr>
          </a:p>
        </p:txBody>
      </p:sp>
      <p:pic>
        <p:nvPicPr>
          <p:cNvPr id="107" name="Imagen 8"/>
          <p:cNvPicPr/>
          <p:nvPr/>
        </p:nvPicPr>
        <p:blipFill>
          <a:blip r:embed="rId2"/>
          <a:stretch/>
        </p:blipFill>
        <p:spPr>
          <a:xfrm>
            <a:off x="204120" y="6016680"/>
            <a:ext cx="1941120" cy="710280"/>
          </a:xfrm>
          <a:prstGeom prst="rect">
            <a:avLst/>
          </a:prstGeom>
          <a:noFill/>
          <a:ln w="0">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A6D668-2F7A-D5CA-7402-62638168D742}"/>
            </a:ext>
          </a:extLst>
        </p:cNvPr>
        <p:cNvGrpSpPr/>
        <p:nvPr/>
      </p:nvGrpSpPr>
      <p:grpSpPr>
        <a:xfrm>
          <a:off x="0" y="0"/>
          <a:ext cx="0" cy="0"/>
          <a:chOff x="0" y="0"/>
          <a:chExt cx="0" cy="0"/>
        </a:xfrm>
      </p:grpSpPr>
      <p:sp>
        <p:nvSpPr>
          <p:cNvPr id="74" name="PlaceHolder 1">
            <a:extLst>
              <a:ext uri="{FF2B5EF4-FFF2-40B4-BE49-F238E27FC236}">
                <a16:creationId xmlns:a16="http://schemas.microsoft.com/office/drawing/2014/main" id="{A109CE8F-D795-7B46-722E-F3D46C9E5C30}"/>
              </a:ext>
            </a:extLst>
          </p:cNvPr>
          <p:cNvSpPr>
            <a:spLocks noGrp="1"/>
          </p:cNvSpPr>
          <p:nvPr>
            <p:ph/>
          </p:nvPr>
        </p:nvSpPr>
        <p:spPr>
          <a:xfrm>
            <a:off x="838080" y="1825560"/>
            <a:ext cx="10514880" cy="4350600"/>
          </a:xfrm>
          <a:prstGeom prst="rect">
            <a:avLst/>
          </a:prstGeom>
          <a:noFill/>
          <a:ln w="0">
            <a:noFill/>
          </a:ln>
        </p:spPr>
        <p:txBody>
          <a:bodyPr lIns="91440" tIns="45720" rIns="91440" bIns="45720" anchor="t">
            <a:normAutofit/>
          </a:bodyPr>
          <a:lstStyle/>
          <a:p>
            <a:pPr marL="228600" indent="-228600" algn="l" defTabSz="914400">
              <a:lnSpc>
                <a:spcPct val="90000"/>
              </a:lnSpc>
              <a:spcBef>
                <a:spcPts val="1001"/>
              </a:spcBef>
              <a:buClr>
                <a:srgbClr val="000000"/>
              </a:buClr>
              <a:buFont typeface="Arial"/>
              <a:buChar char="•"/>
            </a:pPr>
            <a:r>
              <a:rPr lang="es-ES" sz="2800" b="1" u="none" strike="noStrike" dirty="0">
                <a:solidFill>
                  <a:schemeClr val="dk1"/>
                </a:solidFill>
                <a:effectLst/>
                <a:uFillTx/>
                <a:latin typeface="Calibri"/>
              </a:rPr>
              <a:t>Objective:</a:t>
            </a:r>
            <a:endParaRPr lang="es-ES" sz="2800" b="1" dirty="0">
              <a:latin typeface="Calibri"/>
            </a:endParaRPr>
          </a:p>
          <a:p>
            <a:pPr marL="342900" lvl="6" indent="-342900" algn="l">
              <a:lnSpc>
                <a:spcPct val="90000"/>
              </a:lnSpc>
              <a:spcBef>
                <a:spcPts val="1001"/>
              </a:spcBef>
              <a:buClr>
                <a:srgbClr val="000000"/>
              </a:buClr>
              <a:buFontTx/>
              <a:buChar char="-"/>
            </a:pPr>
            <a:r>
              <a:rPr lang="es-ES" sz="2400" u="none" strike="noStrike" dirty="0">
                <a:solidFill>
                  <a:schemeClr val="dk1"/>
                </a:solidFill>
                <a:effectLst/>
                <a:uFillTx/>
                <a:latin typeface="Calibri"/>
              </a:rPr>
              <a:t>Given: </a:t>
            </a:r>
            <a:r>
              <a:rPr lang="es-ES" sz="2400" u="none" strike="noStrike" dirty="0" err="1">
                <a:solidFill>
                  <a:schemeClr val="dk1"/>
                </a:solidFill>
                <a:effectLst/>
                <a:uFillTx/>
                <a:latin typeface="Calibri"/>
              </a:rPr>
              <a:t>Ouster</a:t>
            </a:r>
            <a:r>
              <a:rPr lang="es-ES" sz="2400" u="none" strike="noStrike" dirty="0">
                <a:solidFill>
                  <a:schemeClr val="dk1"/>
                </a:solidFill>
                <a:effectLst/>
                <a:uFillTx/>
                <a:latin typeface="Calibri"/>
              </a:rPr>
              <a:t> </a:t>
            </a:r>
            <a:r>
              <a:rPr lang="es-ES" sz="2400" u="none" strike="noStrike" dirty="0" err="1">
                <a:solidFill>
                  <a:schemeClr val="dk1"/>
                </a:solidFill>
                <a:effectLst/>
                <a:uFillTx/>
                <a:latin typeface="Calibri"/>
              </a:rPr>
              <a:t>Lidar</a:t>
            </a:r>
            <a:r>
              <a:rPr lang="es-ES" sz="2400" u="none" strike="noStrike" dirty="0">
                <a:solidFill>
                  <a:schemeClr val="dk1"/>
                </a:solidFill>
                <a:effectLst/>
                <a:uFillTx/>
                <a:latin typeface="Calibri"/>
              </a:rPr>
              <a:t> + </a:t>
            </a:r>
            <a:r>
              <a:rPr lang="es-ES" sz="2400" u="none" strike="noStrike" dirty="0" err="1">
                <a:solidFill>
                  <a:schemeClr val="dk1"/>
                </a:solidFill>
                <a:effectLst/>
                <a:uFillTx/>
                <a:latin typeface="Calibri"/>
              </a:rPr>
              <a:t>swinging</a:t>
            </a:r>
            <a:r>
              <a:rPr lang="es-ES" sz="2400" u="none" strike="noStrike" dirty="0">
                <a:solidFill>
                  <a:schemeClr val="dk1"/>
                </a:solidFill>
                <a:effectLst/>
                <a:uFillTx/>
                <a:latin typeface="Calibri"/>
              </a:rPr>
              <a:t> box in </a:t>
            </a:r>
            <a:r>
              <a:rPr lang="es-ES" sz="2400" u="none" strike="noStrike" dirty="0" err="1">
                <a:solidFill>
                  <a:schemeClr val="dk1"/>
                </a:solidFill>
                <a:effectLst/>
                <a:uFillTx/>
                <a:latin typeface="Calibri"/>
              </a:rPr>
              <a:t>Lab</a:t>
            </a:r>
            <a:r>
              <a:rPr lang="es-ES" sz="2400" u="none" strike="noStrike" dirty="0">
                <a:solidFill>
                  <a:schemeClr val="dk1"/>
                </a:solidFill>
                <a:effectLst/>
                <a:uFillTx/>
                <a:latin typeface="Calibri"/>
              </a:rPr>
              <a:t> =&gt; </a:t>
            </a:r>
            <a:r>
              <a:rPr lang="es-ES" sz="2400" u="none" strike="noStrike" dirty="0" err="1">
                <a:solidFill>
                  <a:schemeClr val="dk1"/>
                </a:solidFill>
                <a:effectLst/>
                <a:uFillTx/>
                <a:latin typeface="Calibri"/>
              </a:rPr>
              <a:t>Pointcloud</a:t>
            </a:r>
            <a:endParaRPr lang="es-ES" sz="2400" u="none" strike="noStrike" dirty="0">
              <a:solidFill>
                <a:schemeClr val="dk1"/>
              </a:solidFill>
              <a:effectLst/>
              <a:uFillTx/>
              <a:latin typeface="Calibri"/>
            </a:endParaRPr>
          </a:p>
          <a:p>
            <a:pPr marL="342900" lvl="6" indent="-342900" algn="l">
              <a:lnSpc>
                <a:spcPct val="90000"/>
              </a:lnSpc>
              <a:spcBef>
                <a:spcPts val="1001"/>
              </a:spcBef>
              <a:buClr>
                <a:srgbClr val="000000"/>
              </a:buClr>
              <a:buFontTx/>
              <a:buChar char="-"/>
            </a:pPr>
            <a:r>
              <a:rPr lang="es-ES" sz="2400" dirty="0" err="1">
                <a:solidFill>
                  <a:schemeClr val="dk1"/>
                </a:solidFill>
                <a:latin typeface="Calibri"/>
              </a:rPr>
              <a:t>Goal</a:t>
            </a:r>
            <a:r>
              <a:rPr lang="es-ES" sz="2400" dirty="0">
                <a:solidFill>
                  <a:schemeClr val="dk1"/>
                </a:solidFill>
                <a:latin typeface="Calibri"/>
              </a:rPr>
              <a:t>: </a:t>
            </a:r>
            <a:r>
              <a:rPr lang="es-ES" sz="2400" dirty="0" err="1">
                <a:solidFill>
                  <a:schemeClr val="dk1"/>
                </a:solidFill>
                <a:latin typeface="Calibri"/>
              </a:rPr>
              <a:t>find</a:t>
            </a:r>
            <a:r>
              <a:rPr lang="es-ES" sz="2400" dirty="0">
                <a:solidFill>
                  <a:schemeClr val="dk1"/>
                </a:solidFill>
                <a:latin typeface="Calibri"/>
              </a:rPr>
              <a:t> center and pose </a:t>
            </a:r>
            <a:r>
              <a:rPr lang="es-ES" sz="2400" dirty="0" err="1">
                <a:solidFill>
                  <a:schemeClr val="dk1"/>
                </a:solidFill>
                <a:latin typeface="Calibri"/>
              </a:rPr>
              <a:t>of</a:t>
            </a:r>
            <a:r>
              <a:rPr lang="es-ES" sz="2400" dirty="0">
                <a:solidFill>
                  <a:schemeClr val="dk1"/>
                </a:solidFill>
                <a:latin typeface="Calibri"/>
              </a:rPr>
              <a:t> </a:t>
            </a:r>
            <a:r>
              <a:rPr lang="es-ES" sz="2400" dirty="0" err="1">
                <a:solidFill>
                  <a:schemeClr val="dk1"/>
                </a:solidFill>
                <a:latin typeface="Calibri"/>
              </a:rPr>
              <a:t>swinging</a:t>
            </a:r>
            <a:r>
              <a:rPr lang="es-ES" sz="2400" dirty="0">
                <a:solidFill>
                  <a:schemeClr val="dk1"/>
                </a:solidFill>
                <a:latin typeface="Calibri"/>
              </a:rPr>
              <a:t> load</a:t>
            </a:r>
          </a:p>
          <a:p>
            <a:pPr marL="342900" lvl="6" indent="-342900" algn="l">
              <a:lnSpc>
                <a:spcPct val="90000"/>
              </a:lnSpc>
              <a:spcBef>
                <a:spcPts val="1001"/>
              </a:spcBef>
              <a:buClr>
                <a:srgbClr val="000000"/>
              </a:buClr>
              <a:buFont typeface="Arial" panose="020B0604020202020204" pitchFamily="34" charset="0"/>
              <a:buChar char="•"/>
            </a:pPr>
            <a:r>
              <a:rPr lang="es-ES" sz="2800" b="1" u="none" strike="noStrike" dirty="0" err="1">
                <a:solidFill>
                  <a:schemeClr val="dk1"/>
                </a:solidFill>
                <a:effectLst/>
                <a:uFillTx/>
                <a:latin typeface="Calibri"/>
              </a:rPr>
              <a:t>Methods</a:t>
            </a:r>
            <a:r>
              <a:rPr lang="es-ES" sz="2800" b="1" u="none" strike="noStrike" dirty="0">
                <a:solidFill>
                  <a:schemeClr val="dk1"/>
                </a:solidFill>
                <a:effectLst/>
                <a:uFillTx/>
                <a:latin typeface="Calibri"/>
              </a:rPr>
              <a:t>:</a:t>
            </a:r>
          </a:p>
          <a:p>
            <a:pPr marL="342900" lvl="6" indent="-342900" algn="l">
              <a:lnSpc>
                <a:spcPct val="90000"/>
              </a:lnSpc>
              <a:spcBef>
                <a:spcPts val="1001"/>
              </a:spcBef>
              <a:buClr>
                <a:srgbClr val="000000"/>
              </a:buClr>
              <a:buFontTx/>
              <a:buChar char="-"/>
            </a:pPr>
            <a:r>
              <a:rPr lang="es-ES" sz="2400" dirty="0">
                <a:solidFill>
                  <a:schemeClr val="dk1"/>
                </a:solidFill>
                <a:latin typeface="Calibri"/>
              </a:rPr>
              <a:t>RANSAC</a:t>
            </a:r>
          </a:p>
          <a:p>
            <a:pPr marL="342900" lvl="6" indent="-342900" algn="l">
              <a:lnSpc>
                <a:spcPct val="90000"/>
              </a:lnSpc>
              <a:spcBef>
                <a:spcPts val="1001"/>
              </a:spcBef>
              <a:buClr>
                <a:srgbClr val="000000"/>
              </a:buClr>
              <a:buFontTx/>
              <a:buChar char="-"/>
            </a:pPr>
            <a:r>
              <a:rPr lang="es-ES" sz="2400" u="none" strike="noStrike" dirty="0">
                <a:solidFill>
                  <a:schemeClr val="dk1"/>
                </a:solidFill>
                <a:effectLst/>
                <a:uFillTx/>
                <a:latin typeface="Calibri"/>
              </a:rPr>
              <a:t>ICP</a:t>
            </a:r>
          </a:p>
          <a:p>
            <a:pPr lvl="6" algn="l">
              <a:lnSpc>
                <a:spcPct val="90000"/>
              </a:lnSpc>
              <a:spcBef>
                <a:spcPts val="1001"/>
              </a:spcBef>
              <a:buClr>
                <a:srgbClr val="000000"/>
              </a:buClr>
            </a:pPr>
            <a:endParaRPr lang="es-ES" sz="2000" b="1" u="none" strike="noStrike" dirty="0">
              <a:solidFill>
                <a:schemeClr val="dk1"/>
              </a:solidFill>
              <a:effectLst/>
              <a:uFillTx/>
              <a:latin typeface="Calibri"/>
            </a:endParaRPr>
          </a:p>
          <a:p>
            <a:pPr marL="342900" lvl="6" indent="-342900" algn="l">
              <a:lnSpc>
                <a:spcPct val="90000"/>
              </a:lnSpc>
              <a:spcBef>
                <a:spcPts val="1001"/>
              </a:spcBef>
              <a:buClr>
                <a:srgbClr val="000000"/>
              </a:buClr>
              <a:buFontTx/>
              <a:buChar char="-"/>
            </a:pPr>
            <a:endParaRPr lang="es-ES" sz="2000" b="1" u="none" strike="noStrike" dirty="0">
              <a:solidFill>
                <a:schemeClr val="dk1"/>
              </a:solidFill>
              <a:effectLst/>
              <a:uFillTx/>
              <a:latin typeface="Calibri"/>
            </a:endParaRPr>
          </a:p>
          <a:p>
            <a:pPr marL="228600" lvl="1" indent="-228600" algn="l">
              <a:lnSpc>
                <a:spcPct val="90000"/>
              </a:lnSpc>
              <a:spcBef>
                <a:spcPts val="1001"/>
              </a:spcBef>
              <a:buClr>
                <a:srgbClr val="000000"/>
              </a:buClr>
              <a:buFont typeface="Arial"/>
              <a:buChar char="•"/>
            </a:pPr>
            <a:br>
              <a:rPr sz="100" dirty="0"/>
            </a:br>
            <a:r>
              <a:rPr lang="es-ES" sz="100" b="0" u="none" strike="noStrike" dirty="0">
                <a:solidFill>
                  <a:schemeClr val="dk1"/>
                </a:solidFill>
                <a:effectLst/>
                <a:uFillTx/>
                <a:latin typeface="Calibri"/>
              </a:rPr>
              <a:t> </a:t>
            </a:r>
          </a:p>
          <a:p>
            <a:pPr indent="0" algn="l" defTabSz="914400">
              <a:lnSpc>
                <a:spcPct val="90000"/>
              </a:lnSpc>
              <a:spcBef>
                <a:spcPts val="1001"/>
              </a:spcBef>
              <a:buNone/>
              <a:tabLst>
                <a:tab pos="0" algn="l"/>
              </a:tabLst>
            </a:pPr>
            <a:endParaRPr lang="es-ES" sz="2800" b="0" u="none" strike="noStrike" dirty="0">
              <a:solidFill>
                <a:schemeClr val="dk1"/>
              </a:solidFill>
              <a:effectLst/>
              <a:uFillTx/>
              <a:latin typeface="Calibri"/>
            </a:endParaRPr>
          </a:p>
        </p:txBody>
      </p:sp>
      <p:sp>
        <p:nvSpPr>
          <p:cNvPr id="75" name="CuadroTexto 4">
            <a:extLst>
              <a:ext uri="{FF2B5EF4-FFF2-40B4-BE49-F238E27FC236}">
                <a16:creationId xmlns:a16="http://schemas.microsoft.com/office/drawing/2014/main" id="{BF1F3E3E-E748-6926-38B1-4A5A80F90B7F}"/>
              </a:ext>
            </a:extLst>
          </p:cNvPr>
          <p:cNvSpPr/>
          <p:nvPr/>
        </p:nvSpPr>
        <p:spPr>
          <a:xfrm>
            <a:off x="838080" y="603360"/>
            <a:ext cx="6094080" cy="707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s-ES" sz="4000" b="0" u="none" strike="noStrike" dirty="0">
                <a:solidFill>
                  <a:srgbClr val="D51F3B"/>
                </a:solidFill>
                <a:effectLst/>
                <a:uFillTx/>
                <a:latin typeface="Calibri"/>
              </a:rPr>
              <a:t>Objective &amp; Method</a:t>
            </a:r>
            <a:endParaRPr lang="en-US" sz="4000" b="0" u="none" strike="noStrike" dirty="0">
              <a:solidFill>
                <a:srgbClr val="000000"/>
              </a:solidFill>
              <a:effectLst/>
              <a:uFillTx/>
              <a:latin typeface="Arial"/>
            </a:endParaRPr>
          </a:p>
        </p:txBody>
      </p:sp>
      <p:pic>
        <p:nvPicPr>
          <p:cNvPr id="76" name="Imagen 3">
            <a:extLst>
              <a:ext uri="{FF2B5EF4-FFF2-40B4-BE49-F238E27FC236}">
                <a16:creationId xmlns:a16="http://schemas.microsoft.com/office/drawing/2014/main" id="{0DBAFA50-5988-6445-7A0E-278459E1B38A}"/>
              </a:ext>
            </a:extLst>
          </p:cNvPr>
          <p:cNvPicPr/>
          <p:nvPr/>
        </p:nvPicPr>
        <p:blipFill>
          <a:blip r:embed="rId2"/>
          <a:srcRect r="11519"/>
          <a:stretch/>
        </p:blipFill>
        <p:spPr>
          <a:xfrm>
            <a:off x="713160" y="5919480"/>
            <a:ext cx="9524160" cy="846360"/>
          </a:xfrm>
          <a:prstGeom prst="rect">
            <a:avLst/>
          </a:prstGeom>
          <a:noFill/>
          <a:ln w="0">
            <a:noFill/>
          </a:ln>
        </p:spPr>
      </p:pic>
      <p:pic>
        <p:nvPicPr>
          <p:cNvPr id="77" name="Imagen 6">
            <a:extLst>
              <a:ext uri="{FF2B5EF4-FFF2-40B4-BE49-F238E27FC236}">
                <a16:creationId xmlns:a16="http://schemas.microsoft.com/office/drawing/2014/main" id="{C6708B10-0277-F052-254D-590BF0C8BC16}"/>
              </a:ext>
            </a:extLst>
          </p:cNvPr>
          <p:cNvPicPr/>
          <p:nvPr/>
        </p:nvPicPr>
        <p:blipFill>
          <a:blip r:embed="rId2"/>
          <a:srcRect l="88455" b="38841"/>
          <a:stretch/>
        </p:blipFill>
        <p:spPr>
          <a:xfrm>
            <a:off x="10238400" y="5918040"/>
            <a:ext cx="1239840" cy="517320"/>
          </a:xfrm>
          <a:prstGeom prst="rect">
            <a:avLst/>
          </a:prstGeom>
          <a:noFill/>
          <a:ln w="0">
            <a:noFill/>
          </a:ln>
        </p:spPr>
      </p:pic>
    </p:spTree>
    <p:extLst>
      <p:ext uri="{BB962C8B-B14F-4D97-AF65-F5344CB8AC3E}">
        <p14:creationId xmlns:p14="http://schemas.microsoft.com/office/powerpoint/2010/main" val="22258756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85E91E-17B7-47C3-EA7D-EFDDA5F2F82F}"/>
            </a:ext>
          </a:extLst>
        </p:cNvPr>
        <p:cNvGrpSpPr/>
        <p:nvPr/>
      </p:nvGrpSpPr>
      <p:grpSpPr>
        <a:xfrm>
          <a:off x="0" y="0"/>
          <a:ext cx="0" cy="0"/>
          <a:chOff x="0" y="0"/>
          <a:chExt cx="0" cy="0"/>
        </a:xfrm>
      </p:grpSpPr>
      <p:pic>
        <p:nvPicPr>
          <p:cNvPr id="9" name="Grafik 8">
            <a:extLst>
              <a:ext uri="{FF2B5EF4-FFF2-40B4-BE49-F238E27FC236}">
                <a16:creationId xmlns:a16="http://schemas.microsoft.com/office/drawing/2014/main" id="{4C595F4C-39C4-D8A0-9BA3-C9EE627CE149}"/>
              </a:ext>
            </a:extLst>
          </p:cNvPr>
          <p:cNvPicPr>
            <a:picLocks noChangeAspect="1"/>
          </p:cNvPicPr>
          <p:nvPr/>
        </p:nvPicPr>
        <p:blipFill>
          <a:blip r:embed="rId2"/>
          <a:stretch>
            <a:fillRect/>
          </a:stretch>
        </p:blipFill>
        <p:spPr>
          <a:xfrm>
            <a:off x="713160" y="251846"/>
            <a:ext cx="6094523" cy="3949903"/>
          </a:xfrm>
          <a:prstGeom prst="rect">
            <a:avLst/>
          </a:prstGeom>
        </p:spPr>
      </p:pic>
      <p:pic>
        <p:nvPicPr>
          <p:cNvPr id="76" name="Imagen 3">
            <a:extLst>
              <a:ext uri="{FF2B5EF4-FFF2-40B4-BE49-F238E27FC236}">
                <a16:creationId xmlns:a16="http://schemas.microsoft.com/office/drawing/2014/main" id="{5B36A201-75A7-70DD-8721-262D0DDDB96F}"/>
              </a:ext>
            </a:extLst>
          </p:cNvPr>
          <p:cNvPicPr/>
          <p:nvPr/>
        </p:nvPicPr>
        <p:blipFill>
          <a:blip r:embed="rId3"/>
          <a:srcRect r="11519"/>
          <a:stretch/>
        </p:blipFill>
        <p:spPr>
          <a:xfrm>
            <a:off x="713160" y="5919480"/>
            <a:ext cx="9524160" cy="846360"/>
          </a:xfrm>
          <a:prstGeom prst="rect">
            <a:avLst/>
          </a:prstGeom>
          <a:noFill/>
          <a:ln w="0">
            <a:noFill/>
          </a:ln>
        </p:spPr>
      </p:pic>
      <p:pic>
        <p:nvPicPr>
          <p:cNvPr id="77" name="Imagen 6">
            <a:extLst>
              <a:ext uri="{FF2B5EF4-FFF2-40B4-BE49-F238E27FC236}">
                <a16:creationId xmlns:a16="http://schemas.microsoft.com/office/drawing/2014/main" id="{419D3C4C-87B7-D57C-5074-5EF1880A63F0}"/>
              </a:ext>
            </a:extLst>
          </p:cNvPr>
          <p:cNvPicPr/>
          <p:nvPr/>
        </p:nvPicPr>
        <p:blipFill>
          <a:blip r:embed="rId3"/>
          <a:srcRect l="88455" b="38841"/>
          <a:stretch/>
        </p:blipFill>
        <p:spPr>
          <a:xfrm>
            <a:off x="10238400" y="5918040"/>
            <a:ext cx="1239840" cy="517320"/>
          </a:xfrm>
          <a:prstGeom prst="rect">
            <a:avLst/>
          </a:prstGeom>
          <a:noFill/>
          <a:ln w="0">
            <a:noFill/>
          </a:ln>
        </p:spPr>
      </p:pic>
      <p:pic>
        <p:nvPicPr>
          <p:cNvPr id="7" name="Grafik 6">
            <a:extLst>
              <a:ext uri="{FF2B5EF4-FFF2-40B4-BE49-F238E27FC236}">
                <a16:creationId xmlns:a16="http://schemas.microsoft.com/office/drawing/2014/main" id="{5B85CFA4-7AF7-03D9-461A-66B724237701}"/>
              </a:ext>
            </a:extLst>
          </p:cNvPr>
          <p:cNvPicPr>
            <a:picLocks noChangeAspect="1"/>
          </p:cNvPicPr>
          <p:nvPr/>
        </p:nvPicPr>
        <p:blipFill>
          <a:blip r:embed="rId4"/>
          <a:stretch>
            <a:fillRect/>
          </a:stretch>
        </p:blipFill>
        <p:spPr>
          <a:xfrm>
            <a:off x="4022957" y="1968137"/>
            <a:ext cx="7455283" cy="3949903"/>
          </a:xfrm>
          <a:prstGeom prst="rect">
            <a:avLst/>
          </a:prstGeom>
        </p:spPr>
      </p:pic>
    </p:spTree>
    <p:extLst>
      <p:ext uri="{BB962C8B-B14F-4D97-AF65-F5344CB8AC3E}">
        <p14:creationId xmlns:p14="http://schemas.microsoft.com/office/powerpoint/2010/main" val="1767268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ED9A8B-E7D1-25D7-D199-232859E9F5F9}"/>
            </a:ext>
          </a:extLst>
        </p:cNvPr>
        <p:cNvGrpSpPr/>
        <p:nvPr/>
      </p:nvGrpSpPr>
      <p:grpSpPr>
        <a:xfrm>
          <a:off x="0" y="0"/>
          <a:ext cx="0" cy="0"/>
          <a:chOff x="0" y="0"/>
          <a:chExt cx="0" cy="0"/>
        </a:xfrm>
      </p:grpSpPr>
      <p:graphicFrame>
        <p:nvGraphicFramePr>
          <p:cNvPr id="4" name="Diagramm 3">
            <a:extLst>
              <a:ext uri="{FF2B5EF4-FFF2-40B4-BE49-F238E27FC236}">
                <a16:creationId xmlns:a16="http://schemas.microsoft.com/office/drawing/2014/main" id="{DE7CFE6E-B2ED-8B0F-C1D7-82EAD7AF5680}"/>
              </a:ext>
            </a:extLst>
          </p:cNvPr>
          <p:cNvGraphicFramePr/>
          <p:nvPr>
            <p:extLst>
              <p:ext uri="{D42A27DB-BD31-4B8C-83A1-F6EECF244321}">
                <p14:modId xmlns:p14="http://schemas.microsoft.com/office/powerpoint/2010/main" val="618284386"/>
              </p:ext>
            </p:extLst>
          </p:nvPr>
        </p:nvGraphicFramePr>
        <p:xfrm>
          <a:off x="838080" y="719666"/>
          <a:ext cx="8128000"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5" name="CuadroTexto 4">
            <a:extLst>
              <a:ext uri="{FF2B5EF4-FFF2-40B4-BE49-F238E27FC236}">
                <a16:creationId xmlns:a16="http://schemas.microsoft.com/office/drawing/2014/main" id="{D9C128D6-D268-5009-2116-B54A96C2FC91}"/>
              </a:ext>
            </a:extLst>
          </p:cNvPr>
          <p:cNvSpPr/>
          <p:nvPr/>
        </p:nvSpPr>
        <p:spPr>
          <a:xfrm>
            <a:off x="838080" y="603360"/>
            <a:ext cx="6094080" cy="707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s-ES" sz="4000" b="0" u="none" strike="noStrike" dirty="0">
                <a:solidFill>
                  <a:srgbClr val="D51F3B"/>
                </a:solidFill>
                <a:effectLst/>
                <a:uFillTx/>
                <a:latin typeface="Calibri"/>
              </a:rPr>
              <a:t>RANSAC</a:t>
            </a:r>
            <a:endParaRPr lang="en-US" sz="4000" b="0" u="none" strike="noStrike" dirty="0">
              <a:solidFill>
                <a:srgbClr val="000000"/>
              </a:solidFill>
              <a:effectLst/>
              <a:uFillTx/>
              <a:latin typeface="Arial"/>
            </a:endParaRPr>
          </a:p>
        </p:txBody>
      </p:sp>
      <p:pic>
        <p:nvPicPr>
          <p:cNvPr id="76" name="Imagen 3">
            <a:extLst>
              <a:ext uri="{FF2B5EF4-FFF2-40B4-BE49-F238E27FC236}">
                <a16:creationId xmlns:a16="http://schemas.microsoft.com/office/drawing/2014/main" id="{6E3FF3A5-838D-6249-C6F7-3D0A5E397F05}"/>
              </a:ext>
            </a:extLst>
          </p:cNvPr>
          <p:cNvPicPr/>
          <p:nvPr/>
        </p:nvPicPr>
        <p:blipFill>
          <a:blip r:embed="rId7"/>
          <a:srcRect r="11519"/>
          <a:stretch/>
        </p:blipFill>
        <p:spPr>
          <a:xfrm>
            <a:off x="713160" y="5919480"/>
            <a:ext cx="9524160" cy="846360"/>
          </a:xfrm>
          <a:prstGeom prst="rect">
            <a:avLst/>
          </a:prstGeom>
          <a:noFill/>
          <a:ln w="0">
            <a:noFill/>
          </a:ln>
        </p:spPr>
      </p:pic>
      <p:pic>
        <p:nvPicPr>
          <p:cNvPr id="77" name="Imagen 6">
            <a:extLst>
              <a:ext uri="{FF2B5EF4-FFF2-40B4-BE49-F238E27FC236}">
                <a16:creationId xmlns:a16="http://schemas.microsoft.com/office/drawing/2014/main" id="{C3C55D09-47B0-2CA9-48BB-40965436DF56}"/>
              </a:ext>
            </a:extLst>
          </p:cNvPr>
          <p:cNvPicPr/>
          <p:nvPr/>
        </p:nvPicPr>
        <p:blipFill>
          <a:blip r:embed="rId7"/>
          <a:srcRect l="88455" b="38841"/>
          <a:stretch/>
        </p:blipFill>
        <p:spPr>
          <a:xfrm>
            <a:off x="10238400" y="5918040"/>
            <a:ext cx="1239840" cy="517320"/>
          </a:xfrm>
          <a:prstGeom prst="rect">
            <a:avLst/>
          </a:prstGeom>
          <a:noFill/>
          <a:ln w="0">
            <a:noFill/>
          </a:ln>
        </p:spPr>
      </p:pic>
      <p:pic>
        <p:nvPicPr>
          <p:cNvPr id="10" name="Grafik 9">
            <a:extLst>
              <a:ext uri="{FF2B5EF4-FFF2-40B4-BE49-F238E27FC236}">
                <a16:creationId xmlns:a16="http://schemas.microsoft.com/office/drawing/2014/main" id="{F9AB0040-BEDB-5208-1B5F-53F5426B452C}"/>
              </a:ext>
            </a:extLst>
          </p:cNvPr>
          <p:cNvPicPr>
            <a:picLocks noChangeAspect="1"/>
          </p:cNvPicPr>
          <p:nvPr/>
        </p:nvPicPr>
        <p:blipFill>
          <a:blip r:embed="rId8">
            <a:extLst>
              <a:ext uri="{28A0092B-C50C-407E-A947-70E740481C1C}">
                <a14:useLocalDpi xmlns:a14="http://schemas.microsoft.com/office/drawing/2010/main" val="0"/>
              </a:ext>
            </a:extLst>
          </a:blip>
          <a:srcRect l="21484" t="2654" r="34858" b="45932"/>
          <a:stretch>
            <a:fillRect/>
          </a:stretch>
        </p:blipFill>
        <p:spPr>
          <a:xfrm>
            <a:off x="8892507" y="3158246"/>
            <a:ext cx="3225921" cy="2849277"/>
          </a:xfrm>
          <a:prstGeom prst="rect">
            <a:avLst/>
          </a:prstGeom>
        </p:spPr>
      </p:pic>
      <p:pic>
        <p:nvPicPr>
          <p:cNvPr id="8" name="Grafik 7">
            <a:extLst>
              <a:ext uri="{FF2B5EF4-FFF2-40B4-BE49-F238E27FC236}">
                <a16:creationId xmlns:a16="http://schemas.microsoft.com/office/drawing/2014/main" id="{227AE7F7-F319-1EED-D4C5-FBCCCACE2183}"/>
              </a:ext>
            </a:extLst>
          </p:cNvPr>
          <p:cNvPicPr>
            <a:picLocks noChangeAspect="1"/>
          </p:cNvPicPr>
          <p:nvPr/>
        </p:nvPicPr>
        <p:blipFill>
          <a:blip r:embed="rId9"/>
          <a:stretch>
            <a:fillRect/>
          </a:stretch>
        </p:blipFill>
        <p:spPr>
          <a:xfrm>
            <a:off x="8892507" y="-209393"/>
            <a:ext cx="3562223" cy="3527526"/>
          </a:xfrm>
          <a:prstGeom prst="rect">
            <a:avLst/>
          </a:prstGeom>
        </p:spPr>
      </p:pic>
    </p:spTree>
    <p:extLst>
      <p:ext uri="{BB962C8B-B14F-4D97-AF65-F5344CB8AC3E}">
        <p14:creationId xmlns:p14="http://schemas.microsoft.com/office/powerpoint/2010/main" val="19677614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BBB6AF-D54D-2F44-FA4A-F17A7C95FDCE}"/>
            </a:ext>
          </a:extLst>
        </p:cNvPr>
        <p:cNvGrpSpPr/>
        <p:nvPr/>
      </p:nvGrpSpPr>
      <p:grpSpPr>
        <a:xfrm>
          <a:off x="0" y="0"/>
          <a:ext cx="0" cy="0"/>
          <a:chOff x="0" y="0"/>
          <a:chExt cx="0" cy="0"/>
        </a:xfrm>
      </p:grpSpPr>
      <p:pic>
        <p:nvPicPr>
          <p:cNvPr id="76" name="Imagen 3">
            <a:extLst>
              <a:ext uri="{FF2B5EF4-FFF2-40B4-BE49-F238E27FC236}">
                <a16:creationId xmlns:a16="http://schemas.microsoft.com/office/drawing/2014/main" id="{6A2E2D7F-FC3B-8729-DEFD-F89447A4F822}"/>
              </a:ext>
            </a:extLst>
          </p:cNvPr>
          <p:cNvPicPr/>
          <p:nvPr/>
        </p:nvPicPr>
        <p:blipFill>
          <a:blip r:embed="rId2"/>
          <a:srcRect r="11519"/>
          <a:stretch/>
        </p:blipFill>
        <p:spPr>
          <a:xfrm>
            <a:off x="713160" y="5919480"/>
            <a:ext cx="9524160" cy="846360"/>
          </a:xfrm>
          <a:prstGeom prst="rect">
            <a:avLst/>
          </a:prstGeom>
          <a:noFill/>
          <a:ln w="0">
            <a:noFill/>
          </a:ln>
        </p:spPr>
      </p:pic>
      <p:pic>
        <p:nvPicPr>
          <p:cNvPr id="77" name="Imagen 6">
            <a:extLst>
              <a:ext uri="{FF2B5EF4-FFF2-40B4-BE49-F238E27FC236}">
                <a16:creationId xmlns:a16="http://schemas.microsoft.com/office/drawing/2014/main" id="{9550B36F-91F9-0DED-54AB-7AEAD52AA723}"/>
              </a:ext>
            </a:extLst>
          </p:cNvPr>
          <p:cNvPicPr/>
          <p:nvPr/>
        </p:nvPicPr>
        <p:blipFill>
          <a:blip r:embed="rId2"/>
          <a:srcRect l="88455" b="38841"/>
          <a:stretch/>
        </p:blipFill>
        <p:spPr>
          <a:xfrm>
            <a:off x="10238400" y="5918040"/>
            <a:ext cx="1239840" cy="517320"/>
          </a:xfrm>
          <a:prstGeom prst="rect">
            <a:avLst/>
          </a:prstGeom>
          <a:noFill/>
          <a:ln w="0">
            <a:noFill/>
          </a:ln>
        </p:spPr>
      </p:pic>
      <p:pic>
        <p:nvPicPr>
          <p:cNvPr id="3" name="Grafik 2">
            <a:extLst>
              <a:ext uri="{FF2B5EF4-FFF2-40B4-BE49-F238E27FC236}">
                <a16:creationId xmlns:a16="http://schemas.microsoft.com/office/drawing/2014/main" id="{DC98D571-E300-7D04-CA8C-34A08802781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94270" y="1486250"/>
            <a:ext cx="4464050" cy="4254500"/>
          </a:xfrm>
          <a:prstGeom prst="rect">
            <a:avLst/>
          </a:prstGeom>
        </p:spPr>
      </p:pic>
      <p:sp>
        <p:nvSpPr>
          <p:cNvPr id="10" name="Titel 9">
            <a:extLst>
              <a:ext uri="{FF2B5EF4-FFF2-40B4-BE49-F238E27FC236}">
                <a16:creationId xmlns:a16="http://schemas.microsoft.com/office/drawing/2014/main" id="{4B8F7F4F-8203-A2C2-6B2D-0F4C5FE3A096}"/>
              </a:ext>
            </a:extLst>
          </p:cNvPr>
          <p:cNvSpPr>
            <a:spLocks noGrp="1"/>
          </p:cNvSpPr>
          <p:nvPr>
            <p:ph type="title"/>
          </p:nvPr>
        </p:nvSpPr>
        <p:spPr/>
        <p:txBody>
          <a:bodyPr/>
          <a:lstStyle/>
          <a:p>
            <a:pPr>
              <a:lnSpc>
                <a:spcPct val="100000"/>
              </a:lnSpc>
            </a:pPr>
            <a:r>
              <a:rPr lang="es-ES" dirty="0">
                <a:solidFill>
                  <a:srgbClr val="D51F3B"/>
                </a:solidFill>
                <a:latin typeface="Calibri"/>
              </a:rPr>
              <a:t>ICP</a:t>
            </a:r>
            <a:endParaRPr lang="en-US" dirty="0">
              <a:solidFill>
                <a:srgbClr val="000000"/>
              </a:solidFill>
              <a:latin typeface="Arial"/>
            </a:endParaRPr>
          </a:p>
        </p:txBody>
      </p:sp>
      <p:sp>
        <p:nvSpPr>
          <p:cNvPr id="11" name="Textplatzhalter 10">
            <a:extLst>
              <a:ext uri="{FF2B5EF4-FFF2-40B4-BE49-F238E27FC236}">
                <a16:creationId xmlns:a16="http://schemas.microsoft.com/office/drawing/2014/main" id="{882EE1B8-900E-CBFC-5F71-AD97F666B63B}"/>
              </a:ext>
            </a:extLst>
          </p:cNvPr>
          <p:cNvSpPr>
            <a:spLocks noGrp="1"/>
          </p:cNvSpPr>
          <p:nvPr>
            <p:ph type="body"/>
          </p:nvPr>
        </p:nvSpPr>
        <p:spPr/>
        <p:txBody>
          <a:bodyPr/>
          <a:lstStyle/>
          <a:p>
            <a:r>
              <a:rPr lang="de-DE" dirty="0"/>
              <a:t>Match </a:t>
            </a:r>
            <a:r>
              <a:rPr lang="de-DE" dirty="0" err="1"/>
              <a:t>points</a:t>
            </a:r>
            <a:r>
              <a:rPr lang="de-DE" dirty="0"/>
              <a:t> </a:t>
            </a:r>
            <a:r>
              <a:rPr lang="de-DE" dirty="0" err="1"/>
              <a:t>from</a:t>
            </a:r>
            <a:r>
              <a:rPr lang="de-DE" dirty="0"/>
              <a:t> </a:t>
            </a:r>
            <a:r>
              <a:rPr lang="de-DE" dirty="0" err="1"/>
              <a:t>previous</a:t>
            </a:r>
            <a:r>
              <a:rPr lang="de-DE" dirty="0"/>
              <a:t> PC to </a:t>
            </a:r>
            <a:r>
              <a:rPr lang="de-DE" dirty="0" err="1"/>
              <a:t>consecutive</a:t>
            </a:r>
            <a:r>
              <a:rPr lang="de-DE" dirty="0"/>
              <a:t> PC</a:t>
            </a:r>
          </a:p>
          <a:p>
            <a:r>
              <a:rPr lang="de-DE" dirty="0"/>
              <a:t>Error </a:t>
            </a:r>
            <a:r>
              <a:rPr lang="de-DE" dirty="0" err="1"/>
              <a:t>along</a:t>
            </a:r>
            <a:r>
              <a:rPr lang="de-DE" dirty="0"/>
              <a:t> normal </a:t>
            </a:r>
            <a:r>
              <a:rPr lang="de-DE" dirty="0" err="1"/>
              <a:t>instead</a:t>
            </a:r>
            <a:r>
              <a:rPr lang="de-DE" dirty="0"/>
              <a:t> of Euclidean </a:t>
            </a:r>
            <a:r>
              <a:rPr lang="de-DE" dirty="0" err="1"/>
              <a:t>distance</a:t>
            </a:r>
            <a:endParaRPr lang="de-DE" dirty="0"/>
          </a:p>
          <a:p>
            <a:r>
              <a:rPr lang="de-DE" dirty="0" err="1"/>
              <a:t>Iterate</a:t>
            </a:r>
            <a:r>
              <a:rPr lang="de-DE" dirty="0"/>
              <a:t> </a:t>
            </a:r>
            <a:r>
              <a:rPr lang="de-DE" dirty="0" err="1"/>
              <a:t>until</a:t>
            </a:r>
            <a:r>
              <a:rPr lang="de-DE" dirty="0"/>
              <a:t> Rotation and Translation </a:t>
            </a:r>
            <a:r>
              <a:rPr lang="de-DE" dirty="0" err="1"/>
              <a:t>converge</a:t>
            </a:r>
            <a:endParaRPr lang="de-DE" dirty="0"/>
          </a:p>
          <a:p>
            <a:r>
              <a:rPr lang="de-DE" dirty="0"/>
              <a:t>Problems:</a:t>
            </a:r>
          </a:p>
          <a:p>
            <a:pPr lvl="1"/>
            <a:r>
              <a:rPr lang="de-DE" dirty="0" err="1"/>
              <a:t>only</a:t>
            </a:r>
            <a:r>
              <a:rPr lang="de-DE" dirty="0"/>
              <a:t> relative Rotation and Translation</a:t>
            </a:r>
          </a:p>
          <a:p>
            <a:pPr lvl="1"/>
            <a:r>
              <a:rPr lang="de-DE" dirty="0"/>
              <a:t>relative large </a:t>
            </a:r>
            <a:r>
              <a:rPr lang="de-DE" dirty="0" err="1"/>
              <a:t>drift</a:t>
            </a:r>
            <a:endParaRPr lang="en-US" dirty="0"/>
          </a:p>
        </p:txBody>
      </p:sp>
    </p:spTree>
    <p:extLst>
      <p:ext uri="{BB962C8B-B14F-4D97-AF65-F5344CB8AC3E}">
        <p14:creationId xmlns:p14="http://schemas.microsoft.com/office/powerpoint/2010/main" val="36065673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CuadroTexto 4"/>
          <p:cNvSpPr/>
          <p:nvPr/>
        </p:nvSpPr>
        <p:spPr>
          <a:xfrm>
            <a:off x="1389960" y="2876400"/>
            <a:ext cx="9684360" cy="1322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s-ES" sz="4000" b="1" u="none" strike="noStrike">
                <a:solidFill>
                  <a:srgbClr val="D51F3B"/>
                </a:solidFill>
                <a:effectLst/>
                <a:uFillTx/>
                <a:latin typeface="Calibri"/>
              </a:rPr>
              <a:t>Q3 </a:t>
            </a:r>
            <a:r>
              <a:rPr lang="en-US" sz="4000" b="1" u="none" strike="noStrike">
                <a:solidFill>
                  <a:srgbClr val="D51F3B"/>
                </a:solidFill>
                <a:effectLst/>
                <a:uFillTx/>
                <a:latin typeface="Calibri"/>
              </a:rPr>
              <a:t>– Camera-</a:t>
            </a:r>
            <a:r>
              <a:rPr lang="es-ES" sz="4000" b="1" u="none" strike="noStrike">
                <a:solidFill>
                  <a:srgbClr val="D51F3B"/>
                </a:solidFill>
                <a:effectLst/>
                <a:uFillTx/>
                <a:latin typeface="Calibri"/>
              </a:rPr>
              <a:t>Lidar Fusion</a:t>
            </a:r>
            <a:endParaRPr lang="en-US" sz="4000" b="0" u="none" strike="noStrike">
              <a:solidFill>
                <a:srgbClr val="000000"/>
              </a:solidFill>
              <a:effectLst/>
              <a:uFillTx/>
              <a:latin typeface="Arial"/>
            </a:endParaRPr>
          </a:p>
          <a:p>
            <a:pPr defTabSz="914400">
              <a:lnSpc>
                <a:spcPct val="100000"/>
              </a:lnSpc>
            </a:pPr>
            <a:r>
              <a:rPr lang="es-ES" sz="4000" b="0" u="none" strike="noStrike">
                <a:solidFill>
                  <a:srgbClr val="D51F3B"/>
                </a:solidFill>
                <a:effectLst/>
                <a:uFillTx/>
                <a:latin typeface="Calibri"/>
              </a:rPr>
              <a:t>  </a:t>
            </a:r>
            <a:endParaRPr lang="en-US" sz="4000" b="0" u="none" strike="noStrike">
              <a:solidFill>
                <a:srgbClr val="000000"/>
              </a:solidFill>
              <a:effectLst/>
              <a:uFillTx/>
              <a:latin typeface="Arial"/>
            </a:endParaRPr>
          </a:p>
        </p:txBody>
      </p:sp>
      <p:sp>
        <p:nvSpPr>
          <p:cNvPr id="109" name="CuadroTexto 6"/>
          <p:cNvSpPr/>
          <p:nvPr/>
        </p:nvSpPr>
        <p:spPr>
          <a:xfrm>
            <a:off x="5581080" y="3538440"/>
            <a:ext cx="1302480" cy="399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s-ES" sz="2000" b="0" u="none" strike="noStrike">
                <a:solidFill>
                  <a:schemeClr val="dk1"/>
                </a:solidFill>
                <a:effectLst/>
                <a:uFillTx/>
                <a:latin typeface="Calibri"/>
              </a:rPr>
              <a:t>25 points</a:t>
            </a:r>
            <a:endParaRPr lang="en-US" sz="2000" b="0" u="none" strike="noStrike">
              <a:solidFill>
                <a:srgbClr val="000000"/>
              </a:solidFill>
              <a:effectLst/>
              <a:uFillTx/>
              <a:latin typeface="Arial"/>
            </a:endParaRPr>
          </a:p>
        </p:txBody>
      </p:sp>
      <p:pic>
        <p:nvPicPr>
          <p:cNvPr id="110" name="Imagen 8"/>
          <p:cNvPicPr/>
          <p:nvPr/>
        </p:nvPicPr>
        <p:blipFill>
          <a:blip r:embed="rId2"/>
          <a:stretch/>
        </p:blipFill>
        <p:spPr>
          <a:xfrm>
            <a:off x="204120" y="6016680"/>
            <a:ext cx="1941120" cy="710280"/>
          </a:xfrm>
          <a:prstGeom prst="rect">
            <a:avLst/>
          </a:prstGeom>
          <a:noFill/>
          <a:ln w="0">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 name="CuadroTexto 4"/>
          <p:cNvSpPr/>
          <p:nvPr/>
        </p:nvSpPr>
        <p:spPr>
          <a:xfrm>
            <a:off x="838080" y="603360"/>
            <a:ext cx="6094080" cy="707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s-ES" sz="4000" b="0" u="none" strike="noStrike">
                <a:solidFill>
                  <a:srgbClr val="D51F3B"/>
                </a:solidFill>
                <a:effectLst/>
                <a:uFillTx/>
                <a:latin typeface="Calibri"/>
              </a:rPr>
              <a:t>The KITTI data set</a:t>
            </a:r>
            <a:endParaRPr lang="en-US" sz="4000" b="0" u="none" strike="noStrike">
              <a:solidFill>
                <a:srgbClr val="000000"/>
              </a:solidFill>
              <a:effectLst/>
              <a:uFillTx/>
              <a:latin typeface="Arial"/>
            </a:endParaRPr>
          </a:p>
        </p:txBody>
      </p:sp>
      <p:pic>
        <p:nvPicPr>
          <p:cNvPr id="112" name="Imagen 3"/>
          <p:cNvPicPr/>
          <p:nvPr/>
        </p:nvPicPr>
        <p:blipFill>
          <a:blip r:embed="rId2"/>
          <a:srcRect r="11519"/>
          <a:stretch/>
        </p:blipFill>
        <p:spPr>
          <a:xfrm>
            <a:off x="713160" y="5919480"/>
            <a:ext cx="9524160" cy="846360"/>
          </a:xfrm>
          <a:prstGeom prst="rect">
            <a:avLst/>
          </a:prstGeom>
          <a:noFill/>
          <a:ln w="0">
            <a:noFill/>
          </a:ln>
        </p:spPr>
      </p:pic>
      <p:pic>
        <p:nvPicPr>
          <p:cNvPr id="113" name="Imagen 6"/>
          <p:cNvPicPr/>
          <p:nvPr/>
        </p:nvPicPr>
        <p:blipFill>
          <a:blip r:embed="rId2"/>
          <a:srcRect l="88455" b="38841"/>
          <a:stretch/>
        </p:blipFill>
        <p:spPr>
          <a:xfrm>
            <a:off x="10238400" y="5918040"/>
            <a:ext cx="1239840" cy="517320"/>
          </a:xfrm>
          <a:prstGeom prst="rect">
            <a:avLst/>
          </a:prstGeom>
          <a:noFill/>
          <a:ln w="0">
            <a:noFill/>
          </a:ln>
        </p:spPr>
      </p:pic>
      <p:sp>
        <p:nvSpPr>
          <p:cNvPr id="114" name="TextBox 7"/>
          <p:cNvSpPr/>
          <p:nvPr/>
        </p:nvSpPr>
        <p:spPr>
          <a:xfrm>
            <a:off x="841320" y="1371600"/>
            <a:ext cx="6126120" cy="4114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spcAft>
                <a:spcPts val="601"/>
              </a:spcAft>
            </a:pPr>
            <a:r>
              <a:rPr lang="es-ES" sz="1600" b="1" u="none" strike="noStrike">
                <a:solidFill>
                  <a:schemeClr val="dk1"/>
                </a:solidFill>
                <a:effectLst/>
                <a:uFillTx/>
                <a:latin typeface="Calibri"/>
              </a:rPr>
              <a:t>Sensors: </a:t>
            </a:r>
            <a:r>
              <a:rPr lang="es-ES" sz="1600" b="0" u="none" strike="noStrike">
                <a:solidFill>
                  <a:schemeClr val="dk1"/>
                </a:solidFill>
                <a:effectLst/>
                <a:uFillTx/>
                <a:latin typeface="Calibri"/>
              </a:rPr>
              <a:t>2 stereo camera pairs (grayscale and color), Velodyne HDL-64E lidar, GPS/IMU, mounted on a car driving through city, rural and highway scenes.</a:t>
            </a:r>
            <a:endParaRPr lang="en-US" sz="1600" b="0" u="none" strike="noStrike">
              <a:solidFill>
                <a:srgbClr val="000000"/>
              </a:solidFill>
              <a:effectLst/>
              <a:uFillTx/>
              <a:latin typeface="Arial"/>
            </a:endParaRPr>
          </a:p>
          <a:p>
            <a:pPr defTabSz="914400">
              <a:lnSpc>
                <a:spcPct val="100000"/>
              </a:lnSpc>
              <a:spcAft>
                <a:spcPts val="601"/>
              </a:spcAft>
            </a:pPr>
            <a:r>
              <a:rPr lang="es-ES" sz="1600" b="1" u="none" strike="noStrike">
                <a:solidFill>
                  <a:schemeClr val="dk1"/>
                </a:solidFill>
                <a:effectLst/>
                <a:uFillTx/>
                <a:latin typeface="Calibri"/>
              </a:rPr>
              <a:t>Files per sample: </a:t>
            </a:r>
            <a:r>
              <a:rPr lang="es-ES" sz="1600" b="0" u="none" strike="noStrike">
                <a:solidFill>
                  <a:schemeClr val="dk1"/>
                </a:solidFill>
                <a:effectLst/>
                <a:uFillTx/>
                <a:latin typeface="Calibri"/>
              </a:rPr>
              <a:t>image_2 (left color image, 1242 x 375 px), velodyne (about 117,000 points with x, y, z and reflectance), calib (camera matrices) and label_2 (annotations).</a:t>
            </a:r>
            <a:endParaRPr lang="en-US" sz="1600" b="0" u="none" strike="noStrike">
              <a:solidFill>
                <a:srgbClr val="000000"/>
              </a:solidFill>
              <a:effectLst/>
              <a:uFillTx/>
              <a:latin typeface="Arial"/>
            </a:endParaRPr>
          </a:p>
          <a:p>
            <a:pPr defTabSz="914400">
              <a:lnSpc>
                <a:spcPct val="100000"/>
              </a:lnSpc>
              <a:spcAft>
                <a:spcPts val="601"/>
              </a:spcAft>
            </a:pPr>
            <a:r>
              <a:rPr lang="es-ES" sz="1600" b="1" u="none" strike="noStrike">
                <a:solidFill>
                  <a:schemeClr val="dk1"/>
                </a:solidFill>
                <a:effectLst/>
                <a:uFillTx/>
                <a:latin typeface="Calibri"/>
              </a:rPr>
              <a:t>Labels: </a:t>
            </a:r>
            <a:r>
              <a:rPr lang="es-ES" sz="1600" b="0" u="none" strike="noStrike">
                <a:solidFill>
                  <a:schemeClr val="dk1"/>
                </a:solidFill>
                <a:effectLst/>
                <a:uFillTx/>
                <a:latin typeface="Calibri"/>
              </a:rPr>
              <a:t>one line per object with class (e.g. Car, Pedestrian, Cyclist), truncation, occlusion, 2D box in pixels, 3D size and 3D location in the camera frame. We use them as ground truth.</a:t>
            </a:r>
            <a:endParaRPr lang="en-US" sz="1600" b="0" u="none" strike="noStrike">
              <a:solidFill>
                <a:srgbClr val="000000"/>
              </a:solidFill>
              <a:effectLst/>
              <a:uFillTx/>
              <a:latin typeface="Arial"/>
            </a:endParaRPr>
          </a:p>
        </p:txBody>
      </p:sp>
      <p:pic>
        <p:nvPicPr>
          <p:cNvPr id="115" name="Picture 8" descr="007303.png"/>
          <p:cNvPicPr/>
          <p:nvPr/>
        </p:nvPicPr>
        <p:blipFill>
          <a:blip r:embed="rId3"/>
          <a:stretch/>
        </p:blipFill>
        <p:spPr>
          <a:xfrm>
            <a:off x="7223760" y="1417320"/>
            <a:ext cx="4114440" cy="1242000"/>
          </a:xfrm>
          <a:prstGeom prst="rect">
            <a:avLst/>
          </a:prstGeom>
          <a:noFill/>
          <a:ln w="0">
            <a:noFill/>
          </a:ln>
        </p:spPr>
      </p:pic>
      <p:sp>
        <p:nvSpPr>
          <p:cNvPr id="116" name="TextBox 9"/>
          <p:cNvSpPr/>
          <p:nvPr/>
        </p:nvSpPr>
        <p:spPr>
          <a:xfrm>
            <a:off x="7132320" y="2788920"/>
            <a:ext cx="4205880" cy="36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spcAft>
                <a:spcPts val="499"/>
              </a:spcAft>
            </a:pPr>
            <a:r>
              <a:rPr lang="es-ES" sz="1200" b="0" u="none" strike="noStrike">
                <a:solidFill>
                  <a:schemeClr val="dk1"/>
                </a:solidFill>
                <a:effectLst/>
                <a:uFillTx/>
                <a:latin typeface="Calibri"/>
              </a:rPr>
              <a:t>Example image of sample 007303</a:t>
            </a:r>
            <a:endParaRPr lang="en-US" sz="1200" b="0" u="none" strike="noStrike">
              <a:solidFill>
                <a:srgbClr val="000000"/>
              </a:solidFill>
              <a:effectLst/>
              <a:uFillTx/>
              <a:latin typeface="Arial"/>
            </a:endParaRPr>
          </a:p>
        </p:txBody>
      </p:sp>
      <p:sp>
        <p:nvSpPr>
          <p:cNvPr id="117" name="TextBox 10"/>
          <p:cNvSpPr/>
          <p:nvPr/>
        </p:nvSpPr>
        <p:spPr>
          <a:xfrm>
            <a:off x="7132320" y="3246120"/>
            <a:ext cx="4205880" cy="1645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spcAft>
                <a:spcPts val="601"/>
              </a:spcAft>
            </a:pPr>
            <a:r>
              <a:rPr lang="es-ES" sz="1400" b="1" u="none" strike="noStrike">
                <a:solidFill>
                  <a:schemeClr val="dk1"/>
                </a:solidFill>
                <a:effectLst/>
                <a:uFillTx/>
                <a:latin typeface="Calibri"/>
              </a:rPr>
              <a:t>P2 </a:t>
            </a:r>
            <a:r>
              <a:rPr lang="es-ES" sz="1400" b="0" u="none" strike="noStrike">
                <a:solidFill>
                  <a:schemeClr val="dk1"/>
                </a:solidFill>
                <a:effectLst/>
                <a:uFillTx/>
                <a:latin typeface="Calibri"/>
              </a:rPr>
              <a:t>3x4, projection matrix of camera 2 (contains the intrinsic matrix)</a:t>
            </a:r>
            <a:endParaRPr lang="en-US" sz="1400" b="0" u="none" strike="noStrike">
              <a:solidFill>
                <a:srgbClr val="000000"/>
              </a:solidFill>
              <a:effectLst/>
              <a:uFillTx/>
              <a:latin typeface="Arial"/>
            </a:endParaRPr>
          </a:p>
          <a:p>
            <a:pPr defTabSz="914400">
              <a:lnSpc>
                <a:spcPct val="100000"/>
              </a:lnSpc>
              <a:spcAft>
                <a:spcPts val="601"/>
              </a:spcAft>
            </a:pPr>
            <a:r>
              <a:rPr lang="es-ES" sz="1400" b="1" u="none" strike="noStrike">
                <a:solidFill>
                  <a:schemeClr val="dk1"/>
                </a:solidFill>
                <a:effectLst/>
                <a:uFillTx/>
                <a:latin typeface="Calibri"/>
              </a:rPr>
              <a:t>R0_rect </a:t>
            </a:r>
            <a:r>
              <a:rPr lang="es-ES" sz="1400" b="0" u="none" strike="noStrike">
                <a:solidFill>
                  <a:schemeClr val="dk1"/>
                </a:solidFill>
                <a:effectLst/>
                <a:uFillTx/>
                <a:latin typeface="Calibri"/>
              </a:rPr>
              <a:t>3x3, rectification of the camera</a:t>
            </a:r>
            <a:endParaRPr lang="en-US" sz="1400" b="0" u="none" strike="noStrike">
              <a:solidFill>
                <a:srgbClr val="000000"/>
              </a:solidFill>
              <a:effectLst/>
              <a:uFillTx/>
              <a:latin typeface="Arial"/>
            </a:endParaRPr>
          </a:p>
          <a:p>
            <a:pPr defTabSz="914400">
              <a:lnSpc>
                <a:spcPct val="100000"/>
              </a:lnSpc>
              <a:spcAft>
                <a:spcPts val="601"/>
              </a:spcAft>
            </a:pPr>
            <a:r>
              <a:rPr lang="es-ES" sz="1400" b="1" u="none" strike="noStrike">
                <a:solidFill>
                  <a:schemeClr val="dk1"/>
                </a:solidFill>
                <a:effectLst/>
                <a:uFillTx/>
                <a:latin typeface="Calibri"/>
              </a:rPr>
              <a:t>Tr_velo_to_cam </a:t>
            </a:r>
            <a:r>
              <a:rPr lang="es-ES" sz="1400" b="0" u="none" strike="noStrike">
                <a:solidFill>
                  <a:schemeClr val="dk1"/>
                </a:solidFill>
                <a:effectLst/>
                <a:uFillTx/>
                <a:latin typeface="Calibri"/>
              </a:rPr>
              <a:t>3x4, extrinsic matrix lidar → camera</a:t>
            </a:r>
            <a:endParaRPr lang="en-US" sz="1400" b="0" u="none" strike="noStrike">
              <a:solidFill>
                <a:srgbClr val="000000"/>
              </a:solidFill>
              <a:effectLst/>
              <a:uFillTx/>
              <a:latin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 name="CuadroTexto 4"/>
          <p:cNvSpPr/>
          <p:nvPr/>
        </p:nvSpPr>
        <p:spPr>
          <a:xfrm>
            <a:off x="838080" y="603360"/>
            <a:ext cx="6094080" cy="707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s-ES" sz="4000" b="0" u="none" strike="noStrike">
                <a:solidFill>
                  <a:srgbClr val="D51F3B"/>
                </a:solidFill>
                <a:effectLst/>
                <a:uFillTx/>
                <a:latin typeface="Calibri"/>
              </a:rPr>
              <a:t>Results (b-i, b-ii)</a:t>
            </a:r>
            <a:endParaRPr lang="en-US" sz="4000" b="0" u="none" strike="noStrike">
              <a:solidFill>
                <a:srgbClr val="000000"/>
              </a:solidFill>
              <a:effectLst/>
              <a:uFillTx/>
              <a:latin typeface="Arial"/>
            </a:endParaRPr>
          </a:p>
        </p:txBody>
      </p:sp>
      <p:pic>
        <p:nvPicPr>
          <p:cNvPr id="119" name="Imagen 3"/>
          <p:cNvPicPr/>
          <p:nvPr/>
        </p:nvPicPr>
        <p:blipFill>
          <a:blip r:embed="rId2"/>
          <a:srcRect r="11519"/>
          <a:stretch/>
        </p:blipFill>
        <p:spPr>
          <a:xfrm>
            <a:off x="713160" y="5919480"/>
            <a:ext cx="9524160" cy="846360"/>
          </a:xfrm>
          <a:prstGeom prst="rect">
            <a:avLst/>
          </a:prstGeom>
          <a:noFill/>
          <a:ln w="0">
            <a:noFill/>
          </a:ln>
        </p:spPr>
      </p:pic>
      <p:pic>
        <p:nvPicPr>
          <p:cNvPr id="120" name="Imagen 6"/>
          <p:cNvPicPr/>
          <p:nvPr/>
        </p:nvPicPr>
        <p:blipFill>
          <a:blip r:embed="rId2"/>
          <a:srcRect l="88455" b="38841"/>
          <a:stretch/>
        </p:blipFill>
        <p:spPr>
          <a:xfrm>
            <a:off x="10238400" y="5918040"/>
            <a:ext cx="1239840" cy="517320"/>
          </a:xfrm>
          <a:prstGeom prst="rect">
            <a:avLst/>
          </a:prstGeom>
          <a:noFill/>
          <a:ln w="0">
            <a:noFill/>
          </a:ln>
        </p:spPr>
      </p:pic>
      <p:sp>
        <p:nvSpPr>
          <p:cNvPr id="121" name="TextBox 7"/>
          <p:cNvSpPr/>
          <p:nvPr/>
        </p:nvSpPr>
        <p:spPr>
          <a:xfrm>
            <a:off x="841320" y="1371600"/>
            <a:ext cx="5760360" cy="36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spcAft>
                <a:spcPts val="400"/>
              </a:spcAft>
            </a:pPr>
            <a:r>
              <a:rPr lang="es-ES" sz="1400" b="0" u="none" strike="noStrike">
                <a:solidFill>
                  <a:schemeClr val="dk1"/>
                </a:solidFill>
                <a:effectLst/>
                <a:uFillTx/>
                <a:latin typeface="Calibri"/>
              </a:rPr>
              <a:t>(b-i) Lidar points projected on the image, colored by depth</a:t>
            </a:r>
            <a:endParaRPr lang="en-US" sz="1400" b="0" u="none" strike="noStrike">
              <a:solidFill>
                <a:srgbClr val="000000"/>
              </a:solidFill>
              <a:effectLst/>
              <a:uFillTx/>
              <a:latin typeface="Arial"/>
            </a:endParaRPr>
          </a:p>
        </p:txBody>
      </p:sp>
      <p:pic>
        <p:nvPicPr>
          <p:cNvPr id="122" name="Picture 8" descr="q3_c2_5.png"/>
          <p:cNvPicPr/>
          <p:nvPr/>
        </p:nvPicPr>
        <p:blipFill>
          <a:blip r:embed="rId3"/>
          <a:stretch/>
        </p:blipFill>
        <p:spPr>
          <a:xfrm>
            <a:off x="932760" y="1783080"/>
            <a:ext cx="5668920" cy="1823760"/>
          </a:xfrm>
          <a:prstGeom prst="rect">
            <a:avLst/>
          </a:prstGeom>
          <a:noFill/>
          <a:ln w="0">
            <a:noFill/>
          </a:ln>
        </p:spPr>
      </p:pic>
      <p:sp>
        <p:nvSpPr>
          <p:cNvPr id="123" name="TextBox 9"/>
          <p:cNvSpPr/>
          <p:nvPr/>
        </p:nvSpPr>
        <p:spPr>
          <a:xfrm>
            <a:off x="841320" y="3703320"/>
            <a:ext cx="5760360" cy="36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spcAft>
                <a:spcPts val="400"/>
              </a:spcAft>
            </a:pPr>
            <a:r>
              <a:rPr lang="es-ES" sz="1400" b="0" u="none" strike="noStrike">
                <a:solidFill>
                  <a:schemeClr val="dk1"/>
                </a:solidFill>
                <a:effectLst/>
                <a:uFillTx/>
                <a:latin typeface="Calibri"/>
              </a:rPr>
              <a:t>(b-ii) Detections with estimated distance</a:t>
            </a:r>
            <a:endParaRPr lang="en-US" sz="1400" b="0" u="none" strike="noStrike">
              <a:solidFill>
                <a:srgbClr val="000000"/>
              </a:solidFill>
              <a:effectLst/>
              <a:uFillTx/>
              <a:latin typeface="Arial"/>
            </a:endParaRPr>
          </a:p>
        </p:txBody>
      </p:sp>
      <p:pic>
        <p:nvPicPr>
          <p:cNvPr id="124" name="Picture 10" descr="q3_c3_5.png"/>
          <p:cNvPicPr/>
          <p:nvPr/>
        </p:nvPicPr>
        <p:blipFill>
          <a:blip r:embed="rId4"/>
          <a:stretch/>
        </p:blipFill>
        <p:spPr>
          <a:xfrm>
            <a:off x="932760" y="4069080"/>
            <a:ext cx="5668920" cy="1819440"/>
          </a:xfrm>
          <a:prstGeom prst="rect">
            <a:avLst/>
          </a:prstGeom>
          <a:noFill/>
          <a:ln w="0">
            <a:noFill/>
          </a:ln>
        </p:spPr>
      </p:pic>
      <p:sp>
        <p:nvSpPr>
          <p:cNvPr id="125" name="TextBox 11"/>
          <p:cNvSpPr/>
          <p:nvPr/>
        </p:nvSpPr>
        <p:spPr>
          <a:xfrm>
            <a:off x="6949440" y="1783080"/>
            <a:ext cx="4388760" cy="2742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85840" indent="-285840" defTabSz="914400">
              <a:lnSpc>
                <a:spcPct val="100000"/>
              </a:lnSpc>
              <a:spcAft>
                <a:spcPts val="601"/>
              </a:spcAft>
              <a:buClr>
                <a:srgbClr val="000000"/>
              </a:buClr>
              <a:buFont typeface="Symbol" charset="2"/>
              <a:buChar char=""/>
            </a:pPr>
            <a:r>
              <a:rPr lang="es-ES" sz="1600" b="0" u="none" strike="noStrike">
                <a:solidFill>
                  <a:schemeClr val="dk1"/>
                </a:solidFill>
                <a:effectLst/>
                <a:uFillTx/>
                <a:latin typeface="Calibri"/>
              </a:rPr>
              <a:t>Points on the car and on the houses fit the image; far points are red</a:t>
            </a:r>
            <a:endParaRPr lang="en-US" sz="1600" b="0" u="none" strike="noStrike">
              <a:solidFill>
                <a:srgbClr val="000000"/>
              </a:solidFill>
              <a:effectLst/>
              <a:uFillTx/>
              <a:latin typeface="Arial"/>
            </a:endParaRPr>
          </a:p>
          <a:p>
            <a:pPr marL="285840" indent="-285840" defTabSz="914400">
              <a:lnSpc>
                <a:spcPct val="100000"/>
              </a:lnSpc>
              <a:spcAft>
                <a:spcPts val="601"/>
              </a:spcAft>
              <a:buClr>
                <a:srgbClr val="000000"/>
              </a:buClr>
              <a:buFont typeface="Symbol" charset="2"/>
              <a:buChar char=""/>
            </a:pPr>
            <a:r>
              <a:rPr lang="es-ES" sz="1600" b="0" u="none" strike="noStrike">
                <a:solidFill>
                  <a:schemeClr val="dk1"/>
                </a:solidFill>
                <a:effectLst/>
                <a:uFillTx/>
                <a:latin typeface="Calibri"/>
              </a:rPr>
              <a:t>YOLO gives the box, the distance is the median depth of the lidar points in the center of the box</a:t>
            </a:r>
            <a:endParaRPr lang="en-US" sz="1600" b="0" u="none" strike="noStrike">
              <a:solidFill>
                <a:srgbClr val="000000"/>
              </a:solidFill>
              <a:effectLst/>
              <a:uFillTx/>
              <a:latin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CuadroTexto 4"/>
          <p:cNvSpPr/>
          <p:nvPr/>
        </p:nvSpPr>
        <p:spPr>
          <a:xfrm>
            <a:off x="838080" y="603360"/>
            <a:ext cx="6094080" cy="707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s-ES" sz="4000" b="0" u="none" strike="noStrike">
                <a:solidFill>
                  <a:srgbClr val="D51F3B"/>
                </a:solidFill>
                <a:effectLst/>
                <a:uFillTx/>
                <a:latin typeface="Calibri"/>
              </a:rPr>
              <a:t>Results (b-iii) Validation</a:t>
            </a:r>
            <a:endParaRPr lang="en-US" sz="4000" b="0" u="none" strike="noStrike">
              <a:solidFill>
                <a:srgbClr val="000000"/>
              </a:solidFill>
              <a:effectLst/>
              <a:uFillTx/>
              <a:latin typeface="Arial"/>
            </a:endParaRPr>
          </a:p>
        </p:txBody>
      </p:sp>
      <p:pic>
        <p:nvPicPr>
          <p:cNvPr id="127" name="Imagen 3"/>
          <p:cNvPicPr/>
          <p:nvPr/>
        </p:nvPicPr>
        <p:blipFill>
          <a:blip r:embed="rId2"/>
          <a:srcRect r="11519"/>
          <a:stretch/>
        </p:blipFill>
        <p:spPr>
          <a:xfrm>
            <a:off x="713160" y="5919480"/>
            <a:ext cx="9524160" cy="846360"/>
          </a:xfrm>
          <a:prstGeom prst="rect">
            <a:avLst/>
          </a:prstGeom>
          <a:noFill/>
          <a:ln w="0">
            <a:noFill/>
          </a:ln>
        </p:spPr>
      </p:pic>
      <p:pic>
        <p:nvPicPr>
          <p:cNvPr id="128" name="Imagen 6"/>
          <p:cNvPicPr/>
          <p:nvPr/>
        </p:nvPicPr>
        <p:blipFill>
          <a:blip r:embed="rId2"/>
          <a:srcRect l="88455" b="38841"/>
          <a:stretch/>
        </p:blipFill>
        <p:spPr>
          <a:xfrm>
            <a:off x="10238400" y="5918040"/>
            <a:ext cx="1239840" cy="517320"/>
          </a:xfrm>
          <a:prstGeom prst="rect">
            <a:avLst/>
          </a:prstGeom>
          <a:noFill/>
          <a:ln w="0">
            <a:noFill/>
          </a:ln>
        </p:spPr>
      </p:pic>
      <p:graphicFrame>
        <p:nvGraphicFramePr>
          <p:cNvPr id="129" name="Table 7"/>
          <p:cNvGraphicFramePr/>
          <p:nvPr/>
        </p:nvGraphicFramePr>
        <p:xfrm>
          <a:off x="932760" y="1371600"/>
          <a:ext cx="5577840" cy="3945600"/>
        </p:xfrm>
        <a:graphic>
          <a:graphicData uri="http://schemas.openxmlformats.org/drawingml/2006/table">
            <a:tbl>
              <a:tblPr/>
              <a:tblGrid>
                <a:gridCol w="82296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005840">
                  <a:extLst>
                    <a:ext uri="{9D8B030D-6E8A-4147-A177-3AD203B41FA5}">
                      <a16:colId xmlns:a16="http://schemas.microsoft.com/office/drawing/2014/main" val="20004"/>
                    </a:ext>
                  </a:extLst>
                </a:gridCol>
              </a:tblGrid>
              <a:tr h="246600">
                <a:tc>
                  <a:txBody>
                    <a:bodyPr/>
                    <a:lstStyle/>
                    <a:p>
                      <a:pPr defTabSz="914400">
                        <a:lnSpc>
                          <a:spcPct val="100000"/>
                        </a:lnSpc>
                      </a:pPr>
                      <a:r>
                        <a:rPr lang="es-ES" sz="1100" b="1" u="none" strike="noStrike">
                          <a:solidFill>
                            <a:srgbClr val="FFFFFF"/>
                          </a:solidFill>
                          <a:effectLst/>
                          <a:uFillTx/>
                          <a:latin typeface="Calibri"/>
                        </a:rPr>
                        <a:t>Sample</a:t>
                      </a:r>
                      <a:endParaRPr lang="en-US" sz="1100" b="0" u="none" strike="noStrike">
                        <a:solidFill>
                          <a:srgbClr val="FFFFFF"/>
                        </a:solidFill>
                        <a:effectLst/>
                        <a:uFillTx/>
                        <a:latin typeface="Arial"/>
                      </a:endParaRPr>
                    </a:p>
                  </a:txBody>
                  <a:tcPr marT="18000" marB="180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1941"/>
                    </a:solidFill>
                  </a:tcPr>
                </a:tc>
                <a:tc>
                  <a:txBody>
                    <a:bodyPr/>
                    <a:lstStyle/>
                    <a:p>
                      <a:pPr defTabSz="914400">
                        <a:lnSpc>
                          <a:spcPct val="100000"/>
                        </a:lnSpc>
                      </a:pPr>
                      <a:r>
                        <a:rPr lang="es-ES" sz="1100" b="1" u="none" strike="noStrike">
                          <a:solidFill>
                            <a:srgbClr val="FFFFFF"/>
                          </a:solidFill>
                          <a:effectLst/>
                          <a:uFillTx/>
                          <a:latin typeface="Calibri"/>
                        </a:rPr>
                        <a:t>Estimated [m]</a:t>
                      </a:r>
                      <a:endParaRPr lang="en-US" sz="1100" b="0" u="none" strike="noStrike">
                        <a:solidFill>
                          <a:srgbClr val="FFFFFF"/>
                        </a:solidFill>
                        <a:effectLst/>
                        <a:uFillTx/>
                        <a:latin typeface="Arial"/>
                      </a:endParaRPr>
                    </a:p>
                  </a:txBody>
                  <a:tcPr marT="18000" marB="180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1941"/>
                    </a:solidFill>
                  </a:tcPr>
                </a:tc>
                <a:tc>
                  <a:txBody>
                    <a:bodyPr/>
                    <a:lstStyle/>
                    <a:p>
                      <a:pPr defTabSz="914400">
                        <a:lnSpc>
                          <a:spcPct val="100000"/>
                        </a:lnSpc>
                      </a:pPr>
                      <a:r>
                        <a:rPr lang="es-ES" sz="1100" b="1" u="none" strike="noStrike">
                          <a:solidFill>
                            <a:srgbClr val="FFFFFF"/>
                          </a:solidFill>
                          <a:effectLst/>
                          <a:uFillTx/>
                          <a:latin typeface="Calibri"/>
                        </a:rPr>
                        <a:t>Ground truth [m]</a:t>
                      </a:r>
                      <a:endParaRPr lang="en-US" sz="1100" b="0" u="none" strike="noStrike">
                        <a:solidFill>
                          <a:srgbClr val="FFFFFF"/>
                        </a:solidFill>
                        <a:effectLst/>
                        <a:uFillTx/>
                        <a:latin typeface="Arial"/>
                      </a:endParaRPr>
                    </a:p>
                  </a:txBody>
                  <a:tcPr marT="18000" marB="180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1941"/>
                    </a:solidFill>
                  </a:tcPr>
                </a:tc>
                <a:tc>
                  <a:txBody>
                    <a:bodyPr/>
                    <a:lstStyle/>
                    <a:p>
                      <a:pPr defTabSz="914400">
                        <a:lnSpc>
                          <a:spcPct val="100000"/>
                        </a:lnSpc>
                      </a:pPr>
                      <a:r>
                        <a:rPr lang="es-ES" sz="1100" b="1" u="none" strike="noStrike">
                          <a:solidFill>
                            <a:srgbClr val="FFFFFF"/>
                          </a:solidFill>
                          <a:effectLst/>
                          <a:uFillTx/>
                          <a:latin typeface="Calibri"/>
                        </a:rPr>
                        <a:t>Error [m]</a:t>
                      </a:r>
                      <a:endParaRPr lang="en-US" sz="1100" b="0" u="none" strike="noStrike">
                        <a:solidFill>
                          <a:srgbClr val="FFFFFF"/>
                        </a:solidFill>
                        <a:effectLst/>
                        <a:uFillTx/>
                        <a:latin typeface="Arial"/>
                      </a:endParaRPr>
                    </a:p>
                  </a:txBody>
                  <a:tcPr marT="18000" marB="180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1941"/>
                    </a:solidFill>
                  </a:tcPr>
                </a:tc>
                <a:tc>
                  <a:txBody>
                    <a:bodyPr/>
                    <a:lstStyle/>
                    <a:p>
                      <a:pPr defTabSz="914400">
                        <a:lnSpc>
                          <a:spcPct val="100000"/>
                        </a:lnSpc>
                      </a:pPr>
                      <a:r>
                        <a:rPr lang="es-ES" sz="1100" b="1" u="none" strike="noStrike">
                          <a:solidFill>
                            <a:srgbClr val="FFFFFF"/>
                          </a:solidFill>
                          <a:effectLst/>
                          <a:uFillTx/>
                          <a:latin typeface="Calibri"/>
                        </a:rPr>
                        <a:t>Error [%]</a:t>
                      </a:r>
                      <a:endParaRPr lang="en-US" sz="1100" b="0" u="none" strike="noStrike">
                        <a:solidFill>
                          <a:srgbClr val="FFFFFF"/>
                        </a:solidFill>
                        <a:effectLst/>
                        <a:uFillTx/>
                        <a:latin typeface="Arial"/>
                      </a:endParaRPr>
                    </a:p>
                  </a:txBody>
                  <a:tcPr marT="18000" marB="180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1941"/>
                    </a:solidFill>
                  </a:tcPr>
                </a:tc>
                <a:extLst>
                  <a:ext uri="{0D108BD9-81ED-4DB2-BD59-A6C34878D82A}">
                    <a16:rowId xmlns:a16="http://schemas.microsoft.com/office/drawing/2014/main" val="10000"/>
                  </a:ext>
                </a:extLst>
              </a:tr>
              <a:tr h="246600">
                <a:tc>
                  <a:txBody>
                    <a:bodyPr/>
                    <a:lstStyle/>
                    <a:p>
                      <a:pPr defTabSz="914400">
                        <a:lnSpc>
                          <a:spcPct val="100000"/>
                        </a:lnSpc>
                      </a:pPr>
                      <a:r>
                        <a:rPr lang="es-ES" sz="1100" b="0" u="none" strike="noStrike">
                          <a:solidFill>
                            <a:srgbClr val="222222"/>
                          </a:solidFill>
                          <a:effectLst/>
                          <a:uFillTx/>
                          <a:latin typeface="Calibri"/>
                        </a:rPr>
                        <a:t>000666</a:t>
                      </a:r>
                      <a:endParaRPr lang="en-US" sz="1100" b="0" u="none" strike="noStrike">
                        <a:solidFill>
                          <a:srgbClr val="000000"/>
                        </a:solidFill>
                        <a:effectLst/>
                        <a:uFillTx/>
                        <a:latin typeface="Arial"/>
                      </a:endParaRPr>
                    </a:p>
                  </a:txBody>
                  <a:tcPr marT="18000" marB="18000">
                    <a:lnL w="12240">
                      <a:solidFill>
                        <a:srgbClr val="FFFFFF"/>
                      </a:solidFill>
                      <a:prstDash val="solid"/>
                    </a:lnL>
                    <a:lnR w="12240">
                      <a:solidFill>
                        <a:srgbClr val="FFFFFF"/>
                      </a:solidFill>
                      <a:prstDash val="solid"/>
                    </a:lnR>
                    <a:lnT w="38160" cap="flat" cmpd="sng" algn="ctr">
                      <a:solidFill>
                        <a:srgbClr val="FFFFFF"/>
                      </a:solidFill>
                      <a:prstDash val="solid"/>
                      <a:round/>
                      <a:headEnd type="none" w="med" len="med"/>
                      <a:tailEnd type="none" w="med" len="med"/>
                    </a:lnT>
                    <a:lnB w="12240">
                      <a:solidFill>
                        <a:srgbClr val="FFFFFF"/>
                      </a:solidFill>
                      <a:prstDash val="solid"/>
                    </a:lnB>
                    <a:solidFill>
                      <a:srgbClr val="FFFFFF"/>
                    </a:solidFill>
                  </a:tcPr>
                </a:tc>
                <a:tc>
                  <a:txBody>
                    <a:bodyPr/>
                    <a:lstStyle/>
                    <a:p>
                      <a:pPr defTabSz="914400">
                        <a:lnSpc>
                          <a:spcPct val="100000"/>
                        </a:lnSpc>
                      </a:pPr>
                      <a:r>
                        <a:rPr lang="es-ES" sz="1100" b="0" u="none" strike="noStrike">
                          <a:solidFill>
                            <a:srgbClr val="222222"/>
                          </a:solidFill>
                          <a:effectLst/>
                          <a:uFillTx/>
                          <a:latin typeface="Calibri"/>
                        </a:rPr>
                        <a:t>30.17</a:t>
                      </a:r>
                      <a:endParaRPr lang="en-US" sz="1100" b="0" u="none" strike="noStrike">
                        <a:solidFill>
                          <a:srgbClr val="000000"/>
                        </a:solidFill>
                        <a:effectLst/>
                        <a:uFillTx/>
                        <a:latin typeface="Arial"/>
                      </a:endParaRPr>
                    </a:p>
                  </a:txBody>
                  <a:tcPr marT="18000" marB="18000">
                    <a:lnL w="12240">
                      <a:solidFill>
                        <a:srgbClr val="FFFFFF"/>
                      </a:solidFill>
                      <a:prstDash val="solid"/>
                    </a:lnL>
                    <a:lnR w="12240">
                      <a:solidFill>
                        <a:srgbClr val="FFFFFF"/>
                      </a:solidFill>
                      <a:prstDash val="solid"/>
                    </a:lnR>
                    <a:lnT w="38160" cap="flat" cmpd="sng" algn="ctr">
                      <a:solidFill>
                        <a:srgbClr val="FFFFFF"/>
                      </a:solidFill>
                      <a:prstDash val="solid"/>
                      <a:round/>
                      <a:headEnd type="none" w="med" len="med"/>
                      <a:tailEnd type="none" w="med" len="med"/>
                    </a:lnT>
                    <a:lnB w="12240">
                      <a:solidFill>
                        <a:srgbClr val="FFFFFF"/>
                      </a:solidFill>
                      <a:prstDash val="solid"/>
                    </a:lnB>
                    <a:solidFill>
                      <a:srgbClr val="FFFFFF"/>
                    </a:solidFill>
                  </a:tcPr>
                </a:tc>
                <a:tc>
                  <a:txBody>
                    <a:bodyPr/>
                    <a:lstStyle/>
                    <a:p>
                      <a:pPr defTabSz="914400">
                        <a:lnSpc>
                          <a:spcPct val="100000"/>
                        </a:lnSpc>
                      </a:pPr>
                      <a:r>
                        <a:rPr lang="es-ES" sz="1100" b="0" u="none" strike="noStrike">
                          <a:solidFill>
                            <a:srgbClr val="222222"/>
                          </a:solidFill>
                          <a:effectLst/>
                          <a:uFillTx/>
                          <a:latin typeface="Calibri"/>
                        </a:rPr>
                        <a:t>32.42</a:t>
                      </a:r>
                      <a:endParaRPr lang="en-US" sz="1100" b="0" u="none" strike="noStrike">
                        <a:solidFill>
                          <a:srgbClr val="000000"/>
                        </a:solidFill>
                        <a:effectLst/>
                        <a:uFillTx/>
                        <a:latin typeface="Arial"/>
                      </a:endParaRPr>
                    </a:p>
                  </a:txBody>
                  <a:tcPr marT="18000" marB="18000">
                    <a:lnL w="12240">
                      <a:solidFill>
                        <a:srgbClr val="FFFFFF"/>
                      </a:solidFill>
                      <a:prstDash val="solid"/>
                    </a:lnL>
                    <a:lnR w="12240">
                      <a:solidFill>
                        <a:srgbClr val="FFFFFF"/>
                      </a:solidFill>
                      <a:prstDash val="solid"/>
                    </a:lnR>
                    <a:lnT w="38160" cap="flat" cmpd="sng" algn="ctr">
                      <a:solidFill>
                        <a:srgbClr val="FFFFFF"/>
                      </a:solidFill>
                      <a:prstDash val="solid"/>
                      <a:round/>
                      <a:headEnd type="none" w="med" len="med"/>
                      <a:tailEnd type="none" w="med" len="med"/>
                    </a:lnT>
                    <a:lnB w="12240">
                      <a:solidFill>
                        <a:srgbClr val="FFFFFF"/>
                      </a:solidFill>
                      <a:prstDash val="solid"/>
                    </a:lnB>
                    <a:solidFill>
                      <a:srgbClr val="FFFFFF"/>
                    </a:solidFill>
                  </a:tcPr>
                </a:tc>
                <a:tc>
                  <a:txBody>
                    <a:bodyPr/>
                    <a:lstStyle/>
                    <a:p>
                      <a:pPr defTabSz="914400">
                        <a:lnSpc>
                          <a:spcPct val="100000"/>
                        </a:lnSpc>
                      </a:pPr>
                      <a:r>
                        <a:rPr lang="es-ES" sz="1100" b="0" u="none" strike="noStrike">
                          <a:solidFill>
                            <a:srgbClr val="222222"/>
                          </a:solidFill>
                          <a:effectLst/>
                          <a:uFillTx/>
                          <a:latin typeface="Calibri"/>
                        </a:rPr>
                        <a:t>-2.25</a:t>
                      </a:r>
                      <a:endParaRPr lang="en-US" sz="1100" b="0" u="none" strike="noStrike">
                        <a:solidFill>
                          <a:srgbClr val="000000"/>
                        </a:solidFill>
                        <a:effectLst/>
                        <a:uFillTx/>
                        <a:latin typeface="Arial"/>
                      </a:endParaRPr>
                    </a:p>
                  </a:txBody>
                  <a:tcPr marT="18000" marB="18000">
                    <a:lnL w="12240">
                      <a:solidFill>
                        <a:srgbClr val="FFFFFF"/>
                      </a:solidFill>
                      <a:prstDash val="solid"/>
                    </a:lnL>
                    <a:lnR w="12240">
                      <a:solidFill>
                        <a:srgbClr val="FFFFFF"/>
                      </a:solidFill>
                      <a:prstDash val="solid"/>
                    </a:lnR>
                    <a:lnT w="38160" cap="flat" cmpd="sng" algn="ctr">
                      <a:solidFill>
                        <a:srgbClr val="FFFFFF"/>
                      </a:solidFill>
                      <a:prstDash val="solid"/>
                      <a:round/>
                      <a:headEnd type="none" w="med" len="med"/>
                      <a:tailEnd type="none" w="med" len="med"/>
                    </a:lnT>
                    <a:lnB w="12240">
                      <a:solidFill>
                        <a:srgbClr val="FFFFFF"/>
                      </a:solidFill>
                      <a:prstDash val="solid"/>
                    </a:lnB>
                    <a:solidFill>
                      <a:srgbClr val="FFFFFF"/>
                    </a:solidFill>
                  </a:tcPr>
                </a:tc>
                <a:tc>
                  <a:txBody>
                    <a:bodyPr/>
                    <a:lstStyle/>
                    <a:p>
                      <a:pPr defTabSz="914400">
                        <a:lnSpc>
                          <a:spcPct val="100000"/>
                        </a:lnSpc>
                      </a:pPr>
                      <a:r>
                        <a:rPr lang="es-ES" sz="1100" b="0" u="none" strike="noStrike">
                          <a:solidFill>
                            <a:srgbClr val="222222"/>
                          </a:solidFill>
                          <a:effectLst/>
                          <a:uFillTx/>
                          <a:latin typeface="Calibri"/>
                        </a:rPr>
                        <a:t>-7.0</a:t>
                      </a:r>
                      <a:endParaRPr lang="en-US" sz="1100" b="0" u="none" strike="noStrike">
                        <a:solidFill>
                          <a:srgbClr val="000000"/>
                        </a:solidFill>
                        <a:effectLst/>
                        <a:uFillTx/>
                        <a:latin typeface="Arial"/>
                      </a:endParaRPr>
                    </a:p>
                  </a:txBody>
                  <a:tcPr marT="18000" marB="18000">
                    <a:lnL w="12240">
                      <a:solidFill>
                        <a:srgbClr val="FFFFFF"/>
                      </a:solidFill>
                      <a:prstDash val="solid"/>
                    </a:lnL>
                    <a:lnR w="12240">
                      <a:solidFill>
                        <a:srgbClr val="FFFFFF"/>
                      </a:solidFill>
                      <a:prstDash val="solid"/>
                    </a:lnR>
                    <a:lnT w="38160" cap="flat" cmpd="sng" algn="ctr">
                      <a:solidFill>
                        <a:srgbClr val="FFFFFF"/>
                      </a:solidFill>
                      <a:prstDash val="solid"/>
                      <a:round/>
                      <a:headEnd type="none" w="med" len="med"/>
                      <a:tailEnd type="none" w="med" len="med"/>
                    </a:lnT>
                    <a:lnB w="12240">
                      <a:solidFill>
                        <a:srgbClr val="FFFFFF"/>
                      </a:solidFill>
                      <a:prstDash val="solid"/>
                    </a:lnB>
                    <a:solidFill>
                      <a:srgbClr val="FFFFFF"/>
                    </a:solidFill>
                  </a:tcPr>
                </a:tc>
                <a:extLst>
                  <a:ext uri="{0D108BD9-81ED-4DB2-BD59-A6C34878D82A}">
                    <a16:rowId xmlns:a16="http://schemas.microsoft.com/office/drawing/2014/main" val="10001"/>
                  </a:ext>
                </a:extLst>
              </a:tr>
              <a:tr h="246600">
                <a:tc>
                  <a:txBody>
                    <a:bodyPr/>
                    <a:lstStyle/>
                    <a:p>
                      <a:pPr defTabSz="914400">
                        <a:lnSpc>
                          <a:spcPct val="100000"/>
                        </a:lnSpc>
                      </a:pPr>
                      <a:r>
                        <a:rPr lang="es-ES" sz="1100" b="0" u="none" strike="noStrike">
                          <a:solidFill>
                            <a:srgbClr val="222222"/>
                          </a:solidFill>
                          <a:effectLst/>
                          <a:uFillTx/>
                          <a:latin typeface="Calibri"/>
                        </a:rPr>
                        <a:t>000666</a:t>
                      </a:r>
                      <a:endParaRPr lang="en-US" sz="1100" b="0" u="none" strike="noStrike">
                        <a:solidFill>
                          <a:srgbClr val="000000"/>
                        </a:solidFill>
                        <a:effectLst/>
                        <a:uFillTx/>
                        <a:latin typeface="Arial"/>
                      </a:endParaRPr>
                    </a:p>
                  </a:txBody>
                  <a:tcPr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3F3F3"/>
                    </a:solidFill>
                  </a:tcPr>
                </a:tc>
                <a:tc>
                  <a:txBody>
                    <a:bodyPr/>
                    <a:lstStyle/>
                    <a:p>
                      <a:pPr defTabSz="914400">
                        <a:lnSpc>
                          <a:spcPct val="100000"/>
                        </a:lnSpc>
                      </a:pPr>
                      <a:r>
                        <a:rPr lang="es-ES" sz="1100" b="0" u="none" strike="noStrike">
                          <a:solidFill>
                            <a:srgbClr val="222222"/>
                          </a:solidFill>
                          <a:effectLst/>
                          <a:uFillTx/>
                          <a:latin typeface="Calibri"/>
                        </a:rPr>
                        <a:t>18.09</a:t>
                      </a:r>
                      <a:endParaRPr lang="en-US" sz="1100" b="0" u="none" strike="noStrike">
                        <a:solidFill>
                          <a:srgbClr val="000000"/>
                        </a:solidFill>
                        <a:effectLst/>
                        <a:uFillTx/>
                        <a:latin typeface="Arial"/>
                      </a:endParaRPr>
                    </a:p>
                  </a:txBody>
                  <a:tcPr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3F3F3"/>
                    </a:solidFill>
                  </a:tcPr>
                </a:tc>
                <a:tc>
                  <a:txBody>
                    <a:bodyPr/>
                    <a:lstStyle/>
                    <a:p>
                      <a:pPr defTabSz="914400">
                        <a:lnSpc>
                          <a:spcPct val="100000"/>
                        </a:lnSpc>
                      </a:pPr>
                      <a:r>
                        <a:rPr lang="es-ES" sz="1100" b="0" u="none" strike="noStrike">
                          <a:solidFill>
                            <a:srgbClr val="222222"/>
                          </a:solidFill>
                          <a:effectLst/>
                          <a:uFillTx/>
                          <a:latin typeface="Calibri"/>
                        </a:rPr>
                        <a:t>23.80</a:t>
                      </a:r>
                      <a:endParaRPr lang="en-US" sz="1100" b="0" u="none" strike="noStrike">
                        <a:solidFill>
                          <a:srgbClr val="000000"/>
                        </a:solidFill>
                        <a:effectLst/>
                        <a:uFillTx/>
                        <a:latin typeface="Arial"/>
                      </a:endParaRPr>
                    </a:p>
                  </a:txBody>
                  <a:tcPr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3F3F3"/>
                    </a:solidFill>
                  </a:tcPr>
                </a:tc>
                <a:tc>
                  <a:txBody>
                    <a:bodyPr/>
                    <a:lstStyle/>
                    <a:p>
                      <a:pPr defTabSz="914400">
                        <a:lnSpc>
                          <a:spcPct val="100000"/>
                        </a:lnSpc>
                      </a:pPr>
                      <a:r>
                        <a:rPr lang="es-ES" sz="1100" b="0" u="none" strike="noStrike">
                          <a:solidFill>
                            <a:srgbClr val="222222"/>
                          </a:solidFill>
                          <a:effectLst/>
                          <a:uFillTx/>
                          <a:latin typeface="Calibri"/>
                        </a:rPr>
                        <a:t>-5.71</a:t>
                      </a:r>
                      <a:endParaRPr lang="en-US" sz="1100" b="0" u="none" strike="noStrike">
                        <a:solidFill>
                          <a:srgbClr val="000000"/>
                        </a:solidFill>
                        <a:effectLst/>
                        <a:uFillTx/>
                        <a:latin typeface="Arial"/>
                      </a:endParaRPr>
                    </a:p>
                  </a:txBody>
                  <a:tcPr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3F3F3"/>
                    </a:solidFill>
                  </a:tcPr>
                </a:tc>
                <a:tc>
                  <a:txBody>
                    <a:bodyPr/>
                    <a:lstStyle/>
                    <a:p>
                      <a:pPr defTabSz="914400">
                        <a:lnSpc>
                          <a:spcPct val="100000"/>
                        </a:lnSpc>
                      </a:pPr>
                      <a:r>
                        <a:rPr lang="es-ES" sz="1100" b="0" u="none" strike="noStrike">
                          <a:solidFill>
                            <a:srgbClr val="222222"/>
                          </a:solidFill>
                          <a:effectLst/>
                          <a:uFillTx/>
                          <a:latin typeface="Calibri"/>
                        </a:rPr>
                        <a:t>-24.0</a:t>
                      </a:r>
                      <a:endParaRPr lang="en-US" sz="1100" b="0" u="none" strike="noStrike">
                        <a:solidFill>
                          <a:srgbClr val="000000"/>
                        </a:solidFill>
                        <a:effectLst/>
                        <a:uFillTx/>
                        <a:latin typeface="Arial"/>
                      </a:endParaRPr>
                    </a:p>
                  </a:txBody>
                  <a:tcPr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3F3F3"/>
                    </a:solidFill>
                  </a:tcPr>
                </a:tc>
                <a:extLst>
                  <a:ext uri="{0D108BD9-81ED-4DB2-BD59-A6C34878D82A}">
                    <a16:rowId xmlns:a16="http://schemas.microsoft.com/office/drawing/2014/main" val="10002"/>
                  </a:ext>
                </a:extLst>
              </a:tr>
              <a:tr h="246600">
                <a:tc>
                  <a:txBody>
                    <a:bodyPr/>
                    <a:lstStyle/>
                    <a:p>
                      <a:pPr defTabSz="914400">
                        <a:lnSpc>
                          <a:spcPct val="100000"/>
                        </a:lnSpc>
                      </a:pPr>
                      <a:r>
                        <a:rPr lang="es-ES" sz="1100" b="0" u="none" strike="noStrike">
                          <a:solidFill>
                            <a:srgbClr val="222222"/>
                          </a:solidFill>
                          <a:effectLst/>
                          <a:uFillTx/>
                          <a:latin typeface="Calibri"/>
                        </a:rPr>
                        <a:t>000666</a:t>
                      </a:r>
                      <a:endParaRPr lang="en-US" sz="1100" b="0" u="none" strike="noStrike">
                        <a:solidFill>
                          <a:srgbClr val="000000"/>
                        </a:solidFill>
                        <a:effectLst/>
                        <a:uFillTx/>
                        <a:latin typeface="Arial"/>
                      </a:endParaRPr>
                    </a:p>
                  </a:txBody>
                  <a:tcPr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914400">
                        <a:lnSpc>
                          <a:spcPct val="100000"/>
                        </a:lnSpc>
                      </a:pPr>
                      <a:r>
                        <a:rPr lang="es-ES" sz="1100" b="0" u="none" strike="noStrike">
                          <a:solidFill>
                            <a:srgbClr val="222222"/>
                          </a:solidFill>
                          <a:effectLst/>
                          <a:uFillTx/>
                          <a:latin typeface="Calibri"/>
                        </a:rPr>
                        <a:t>23.10</a:t>
                      </a:r>
                      <a:endParaRPr lang="en-US" sz="1100" b="0" u="none" strike="noStrike">
                        <a:solidFill>
                          <a:srgbClr val="000000"/>
                        </a:solidFill>
                        <a:effectLst/>
                        <a:uFillTx/>
                        <a:latin typeface="Arial"/>
                      </a:endParaRPr>
                    </a:p>
                  </a:txBody>
                  <a:tcPr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914400">
                        <a:lnSpc>
                          <a:spcPct val="100000"/>
                        </a:lnSpc>
                      </a:pPr>
                      <a:r>
                        <a:rPr lang="es-ES" sz="1100" b="0" u="none" strike="noStrike">
                          <a:solidFill>
                            <a:srgbClr val="222222"/>
                          </a:solidFill>
                          <a:effectLst/>
                          <a:uFillTx/>
                          <a:latin typeface="Calibri"/>
                        </a:rPr>
                        <a:t>28.89</a:t>
                      </a:r>
                      <a:endParaRPr lang="en-US" sz="1100" b="0" u="none" strike="noStrike">
                        <a:solidFill>
                          <a:srgbClr val="000000"/>
                        </a:solidFill>
                        <a:effectLst/>
                        <a:uFillTx/>
                        <a:latin typeface="Arial"/>
                      </a:endParaRPr>
                    </a:p>
                  </a:txBody>
                  <a:tcPr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914400">
                        <a:lnSpc>
                          <a:spcPct val="100000"/>
                        </a:lnSpc>
                      </a:pPr>
                      <a:r>
                        <a:rPr lang="es-ES" sz="1100" b="0" u="none" strike="noStrike">
                          <a:solidFill>
                            <a:srgbClr val="222222"/>
                          </a:solidFill>
                          <a:effectLst/>
                          <a:uFillTx/>
                          <a:latin typeface="Calibri"/>
                        </a:rPr>
                        <a:t>-5.79</a:t>
                      </a:r>
                      <a:endParaRPr lang="en-US" sz="1100" b="0" u="none" strike="noStrike">
                        <a:solidFill>
                          <a:srgbClr val="000000"/>
                        </a:solidFill>
                        <a:effectLst/>
                        <a:uFillTx/>
                        <a:latin typeface="Arial"/>
                      </a:endParaRPr>
                    </a:p>
                  </a:txBody>
                  <a:tcPr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914400">
                        <a:lnSpc>
                          <a:spcPct val="100000"/>
                        </a:lnSpc>
                      </a:pPr>
                      <a:r>
                        <a:rPr lang="es-ES" sz="1100" b="0" u="none" strike="noStrike">
                          <a:solidFill>
                            <a:srgbClr val="222222"/>
                          </a:solidFill>
                          <a:effectLst/>
                          <a:uFillTx/>
                          <a:latin typeface="Calibri"/>
                        </a:rPr>
                        <a:t>-20.0</a:t>
                      </a:r>
                      <a:endParaRPr lang="en-US" sz="1100" b="0" u="none" strike="noStrike">
                        <a:solidFill>
                          <a:srgbClr val="000000"/>
                        </a:solidFill>
                        <a:effectLst/>
                        <a:uFillTx/>
                        <a:latin typeface="Arial"/>
                      </a:endParaRPr>
                    </a:p>
                  </a:txBody>
                  <a:tcPr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extLst>
                  <a:ext uri="{0D108BD9-81ED-4DB2-BD59-A6C34878D82A}">
                    <a16:rowId xmlns:a16="http://schemas.microsoft.com/office/drawing/2014/main" val="10003"/>
                  </a:ext>
                </a:extLst>
              </a:tr>
              <a:tr h="246600">
                <a:tc>
                  <a:txBody>
                    <a:bodyPr/>
                    <a:lstStyle/>
                    <a:p>
                      <a:pPr defTabSz="914400">
                        <a:lnSpc>
                          <a:spcPct val="100000"/>
                        </a:lnSpc>
                      </a:pPr>
                      <a:r>
                        <a:rPr lang="es-ES" sz="1100" b="0" u="none" strike="noStrike">
                          <a:solidFill>
                            <a:srgbClr val="222222"/>
                          </a:solidFill>
                          <a:effectLst/>
                          <a:uFillTx/>
                          <a:latin typeface="Calibri"/>
                        </a:rPr>
                        <a:t>000666</a:t>
                      </a:r>
                      <a:endParaRPr lang="en-US" sz="1100" b="0" u="none" strike="noStrike">
                        <a:solidFill>
                          <a:srgbClr val="000000"/>
                        </a:solidFill>
                        <a:effectLst/>
                        <a:uFillTx/>
                        <a:latin typeface="Arial"/>
                      </a:endParaRPr>
                    </a:p>
                  </a:txBody>
                  <a:tcPr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3F3F3"/>
                    </a:solidFill>
                  </a:tcPr>
                </a:tc>
                <a:tc>
                  <a:txBody>
                    <a:bodyPr/>
                    <a:lstStyle/>
                    <a:p>
                      <a:pPr defTabSz="914400">
                        <a:lnSpc>
                          <a:spcPct val="100000"/>
                        </a:lnSpc>
                      </a:pPr>
                      <a:r>
                        <a:rPr lang="es-ES" sz="1100" b="0" u="none" strike="noStrike">
                          <a:solidFill>
                            <a:srgbClr val="222222"/>
                          </a:solidFill>
                          <a:effectLst/>
                          <a:uFillTx/>
                          <a:latin typeface="Calibri"/>
                        </a:rPr>
                        <a:t>13.40</a:t>
                      </a:r>
                      <a:endParaRPr lang="en-US" sz="1100" b="0" u="none" strike="noStrike">
                        <a:solidFill>
                          <a:srgbClr val="000000"/>
                        </a:solidFill>
                        <a:effectLst/>
                        <a:uFillTx/>
                        <a:latin typeface="Arial"/>
                      </a:endParaRPr>
                    </a:p>
                  </a:txBody>
                  <a:tcPr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3F3F3"/>
                    </a:solidFill>
                  </a:tcPr>
                </a:tc>
                <a:tc>
                  <a:txBody>
                    <a:bodyPr/>
                    <a:lstStyle/>
                    <a:p>
                      <a:pPr defTabSz="914400">
                        <a:lnSpc>
                          <a:spcPct val="100000"/>
                        </a:lnSpc>
                      </a:pPr>
                      <a:r>
                        <a:rPr lang="es-ES" sz="1100" b="0" u="none" strike="noStrike">
                          <a:solidFill>
                            <a:srgbClr val="222222"/>
                          </a:solidFill>
                          <a:effectLst/>
                          <a:uFillTx/>
                          <a:latin typeface="Calibri"/>
                        </a:rPr>
                        <a:t>18.79</a:t>
                      </a:r>
                      <a:endParaRPr lang="en-US" sz="1100" b="0" u="none" strike="noStrike">
                        <a:solidFill>
                          <a:srgbClr val="000000"/>
                        </a:solidFill>
                        <a:effectLst/>
                        <a:uFillTx/>
                        <a:latin typeface="Arial"/>
                      </a:endParaRPr>
                    </a:p>
                  </a:txBody>
                  <a:tcPr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3F3F3"/>
                    </a:solidFill>
                  </a:tcPr>
                </a:tc>
                <a:tc>
                  <a:txBody>
                    <a:bodyPr/>
                    <a:lstStyle/>
                    <a:p>
                      <a:pPr defTabSz="914400">
                        <a:lnSpc>
                          <a:spcPct val="100000"/>
                        </a:lnSpc>
                      </a:pPr>
                      <a:r>
                        <a:rPr lang="es-ES" sz="1100" b="0" u="none" strike="noStrike">
                          <a:solidFill>
                            <a:srgbClr val="222222"/>
                          </a:solidFill>
                          <a:effectLst/>
                          <a:uFillTx/>
                          <a:latin typeface="Calibri"/>
                        </a:rPr>
                        <a:t>-5.39</a:t>
                      </a:r>
                      <a:endParaRPr lang="en-US" sz="1100" b="0" u="none" strike="noStrike">
                        <a:solidFill>
                          <a:srgbClr val="000000"/>
                        </a:solidFill>
                        <a:effectLst/>
                        <a:uFillTx/>
                        <a:latin typeface="Arial"/>
                      </a:endParaRPr>
                    </a:p>
                  </a:txBody>
                  <a:tcPr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3F3F3"/>
                    </a:solidFill>
                  </a:tcPr>
                </a:tc>
                <a:tc>
                  <a:txBody>
                    <a:bodyPr/>
                    <a:lstStyle/>
                    <a:p>
                      <a:pPr defTabSz="914400">
                        <a:lnSpc>
                          <a:spcPct val="100000"/>
                        </a:lnSpc>
                      </a:pPr>
                      <a:r>
                        <a:rPr lang="es-ES" sz="1100" b="0" u="none" strike="noStrike">
                          <a:solidFill>
                            <a:srgbClr val="222222"/>
                          </a:solidFill>
                          <a:effectLst/>
                          <a:uFillTx/>
                          <a:latin typeface="Calibri"/>
                        </a:rPr>
                        <a:t>-28.7</a:t>
                      </a:r>
                      <a:endParaRPr lang="en-US" sz="1100" b="0" u="none" strike="noStrike">
                        <a:solidFill>
                          <a:srgbClr val="000000"/>
                        </a:solidFill>
                        <a:effectLst/>
                        <a:uFillTx/>
                        <a:latin typeface="Arial"/>
                      </a:endParaRPr>
                    </a:p>
                  </a:txBody>
                  <a:tcPr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3F3F3"/>
                    </a:solidFill>
                  </a:tcPr>
                </a:tc>
                <a:extLst>
                  <a:ext uri="{0D108BD9-81ED-4DB2-BD59-A6C34878D82A}">
                    <a16:rowId xmlns:a16="http://schemas.microsoft.com/office/drawing/2014/main" val="10004"/>
                  </a:ext>
                </a:extLst>
              </a:tr>
              <a:tr h="246600">
                <a:tc>
                  <a:txBody>
                    <a:bodyPr/>
                    <a:lstStyle/>
                    <a:p>
                      <a:pPr defTabSz="914400">
                        <a:lnSpc>
                          <a:spcPct val="100000"/>
                        </a:lnSpc>
                      </a:pPr>
                      <a:r>
                        <a:rPr lang="es-ES" sz="1100" b="0" u="none" strike="noStrike">
                          <a:solidFill>
                            <a:srgbClr val="222222"/>
                          </a:solidFill>
                          <a:effectLst/>
                          <a:uFillTx/>
                          <a:latin typeface="Calibri"/>
                        </a:rPr>
                        <a:t>001376</a:t>
                      </a:r>
                      <a:endParaRPr lang="en-US" sz="1100" b="0" u="none" strike="noStrike">
                        <a:solidFill>
                          <a:srgbClr val="000000"/>
                        </a:solidFill>
                        <a:effectLst/>
                        <a:uFillTx/>
                        <a:latin typeface="Arial"/>
                      </a:endParaRPr>
                    </a:p>
                  </a:txBody>
                  <a:tcPr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914400">
                        <a:lnSpc>
                          <a:spcPct val="100000"/>
                        </a:lnSpc>
                      </a:pPr>
                      <a:r>
                        <a:rPr lang="es-ES" sz="1100" b="0" u="none" strike="noStrike">
                          <a:solidFill>
                            <a:srgbClr val="222222"/>
                          </a:solidFill>
                          <a:effectLst/>
                          <a:uFillTx/>
                          <a:latin typeface="Calibri"/>
                        </a:rPr>
                        <a:t>34.63</a:t>
                      </a:r>
                      <a:endParaRPr lang="en-US" sz="1100" b="0" u="none" strike="noStrike">
                        <a:solidFill>
                          <a:srgbClr val="000000"/>
                        </a:solidFill>
                        <a:effectLst/>
                        <a:uFillTx/>
                        <a:latin typeface="Arial"/>
                      </a:endParaRPr>
                    </a:p>
                  </a:txBody>
                  <a:tcPr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914400">
                        <a:lnSpc>
                          <a:spcPct val="100000"/>
                        </a:lnSpc>
                      </a:pPr>
                      <a:r>
                        <a:rPr lang="es-ES" sz="1100" b="0" u="none" strike="noStrike">
                          <a:solidFill>
                            <a:srgbClr val="222222"/>
                          </a:solidFill>
                          <a:effectLst/>
                          <a:uFillTx/>
                          <a:latin typeface="Calibri"/>
                        </a:rPr>
                        <a:t>36.29</a:t>
                      </a:r>
                      <a:endParaRPr lang="en-US" sz="1100" b="0" u="none" strike="noStrike">
                        <a:solidFill>
                          <a:srgbClr val="000000"/>
                        </a:solidFill>
                        <a:effectLst/>
                        <a:uFillTx/>
                        <a:latin typeface="Arial"/>
                      </a:endParaRPr>
                    </a:p>
                  </a:txBody>
                  <a:tcPr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914400">
                        <a:lnSpc>
                          <a:spcPct val="100000"/>
                        </a:lnSpc>
                      </a:pPr>
                      <a:r>
                        <a:rPr lang="es-ES" sz="1100" b="0" u="none" strike="noStrike">
                          <a:solidFill>
                            <a:srgbClr val="222222"/>
                          </a:solidFill>
                          <a:effectLst/>
                          <a:uFillTx/>
                          <a:latin typeface="Calibri"/>
                        </a:rPr>
                        <a:t>-1.66</a:t>
                      </a:r>
                      <a:endParaRPr lang="en-US" sz="1100" b="0" u="none" strike="noStrike">
                        <a:solidFill>
                          <a:srgbClr val="000000"/>
                        </a:solidFill>
                        <a:effectLst/>
                        <a:uFillTx/>
                        <a:latin typeface="Arial"/>
                      </a:endParaRPr>
                    </a:p>
                  </a:txBody>
                  <a:tcPr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914400">
                        <a:lnSpc>
                          <a:spcPct val="100000"/>
                        </a:lnSpc>
                      </a:pPr>
                      <a:r>
                        <a:rPr lang="es-ES" sz="1100" b="0" u="none" strike="noStrike">
                          <a:solidFill>
                            <a:srgbClr val="222222"/>
                          </a:solidFill>
                          <a:effectLst/>
                          <a:uFillTx/>
                          <a:latin typeface="Calibri"/>
                        </a:rPr>
                        <a:t>-4.6</a:t>
                      </a:r>
                      <a:endParaRPr lang="en-US" sz="1100" b="0" u="none" strike="noStrike">
                        <a:solidFill>
                          <a:srgbClr val="000000"/>
                        </a:solidFill>
                        <a:effectLst/>
                        <a:uFillTx/>
                        <a:latin typeface="Arial"/>
                      </a:endParaRPr>
                    </a:p>
                  </a:txBody>
                  <a:tcPr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extLst>
                  <a:ext uri="{0D108BD9-81ED-4DB2-BD59-A6C34878D82A}">
                    <a16:rowId xmlns:a16="http://schemas.microsoft.com/office/drawing/2014/main" val="10005"/>
                  </a:ext>
                </a:extLst>
              </a:tr>
              <a:tr h="246600">
                <a:tc>
                  <a:txBody>
                    <a:bodyPr/>
                    <a:lstStyle/>
                    <a:p>
                      <a:pPr defTabSz="914400">
                        <a:lnSpc>
                          <a:spcPct val="100000"/>
                        </a:lnSpc>
                      </a:pPr>
                      <a:r>
                        <a:rPr lang="es-ES" sz="1100" b="0" u="none" strike="noStrike">
                          <a:solidFill>
                            <a:srgbClr val="222222"/>
                          </a:solidFill>
                          <a:effectLst/>
                          <a:uFillTx/>
                          <a:latin typeface="Calibri"/>
                        </a:rPr>
                        <a:t>001376</a:t>
                      </a:r>
                      <a:endParaRPr lang="en-US" sz="1100" b="0" u="none" strike="noStrike">
                        <a:solidFill>
                          <a:srgbClr val="000000"/>
                        </a:solidFill>
                        <a:effectLst/>
                        <a:uFillTx/>
                        <a:latin typeface="Arial"/>
                      </a:endParaRPr>
                    </a:p>
                  </a:txBody>
                  <a:tcPr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3F3F3"/>
                    </a:solidFill>
                  </a:tcPr>
                </a:tc>
                <a:tc>
                  <a:txBody>
                    <a:bodyPr/>
                    <a:lstStyle/>
                    <a:p>
                      <a:pPr defTabSz="914400">
                        <a:lnSpc>
                          <a:spcPct val="100000"/>
                        </a:lnSpc>
                      </a:pPr>
                      <a:r>
                        <a:rPr lang="es-ES" sz="1100" b="0" u="none" strike="noStrike">
                          <a:solidFill>
                            <a:srgbClr val="222222"/>
                          </a:solidFill>
                          <a:effectLst/>
                          <a:uFillTx/>
                          <a:latin typeface="Calibri"/>
                        </a:rPr>
                        <a:t>4.45</a:t>
                      </a:r>
                      <a:endParaRPr lang="en-US" sz="1100" b="0" u="none" strike="noStrike">
                        <a:solidFill>
                          <a:srgbClr val="000000"/>
                        </a:solidFill>
                        <a:effectLst/>
                        <a:uFillTx/>
                        <a:latin typeface="Arial"/>
                      </a:endParaRPr>
                    </a:p>
                  </a:txBody>
                  <a:tcPr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3F3F3"/>
                    </a:solidFill>
                  </a:tcPr>
                </a:tc>
                <a:tc>
                  <a:txBody>
                    <a:bodyPr/>
                    <a:lstStyle/>
                    <a:p>
                      <a:pPr defTabSz="914400">
                        <a:lnSpc>
                          <a:spcPct val="100000"/>
                        </a:lnSpc>
                      </a:pPr>
                      <a:r>
                        <a:rPr lang="es-ES" sz="1100" b="0" u="none" strike="noStrike">
                          <a:solidFill>
                            <a:srgbClr val="222222"/>
                          </a:solidFill>
                          <a:effectLst/>
                          <a:uFillTx/>
                          <a:latin typeface="Calibri"/>
                        </a:rPr>
                        <a:t>6.35</a:t>
                      </a:r>
                      <a:endParaRPr lang="en-US" sz="1100" b="0" u="none" strike="noStrike">
                        <a:solidFill>
                          <a:srgbClr val="000000"/>
                        </a:solidFill>
                        <a:effectLst/>
                        <a:uFillTx/>
                        <a:latin typeface="Arial"/>
                      </a:endParaRPr>
                    </a:p>
                  </a:txBody>
                  <a:tcPr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3F3F3"/>
                    </a:solidFill>
                  </a:tcPr>
                </a:tc>
                <a:tc>
                  <a:txBody>
                    <a:bodyPr/>
                    <a:lstStyle/>
                    <a:p>
                      <a:pPr defTabSz="914400">
                        <a:lnSpc>
                          <a:spcPct val="100000"/>
                        </a:lnSpc>
                      </a:pPr>
                      <a:r>
                        <a:rPr lang="es-ES" sz="1100" b="0" u="none" strike="noStrike">
                          <a:solidFill>
                            <a:srgbClr val="222222"/>
                          </a:solidFill>
                          <a:effectLst/>
                          <a:uFillTx/>
                          <a:latin typeface="Calibri"/>
                        </a:rPr>
                        <a:t>-1.90</a:t>
                      </a:r>
                      <a:endParaRPr lang="en-US" sz="1100" b="0" u="none" strike="noStrike">
                        <a:solidFill>
                          <a:srgbClr val="000000"/>
                        </a:solidFill>
                        <a:effectLst/>
                        <a:uFillTx/>
                        <a:latin typeface="Arial"/>
                      </a:endParaRPr>
                    </a:p>
                  </a:txBody>
                  <a:tcPr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3F3F3"/>
                    </a:solidFill>
                  </a:tcPr>
                </a:tc>
                <a:tc>
                  <a:txBody>
                    <a:bodyPr/>
                    <a:lstStyle/>
                    <a:p>
                      <a:pPr defTabSz="914400">
                        <a:lnSpc>
                          <a:spcPct val="100000"/>
                        </a:lnSpc>
                      </a:pPr>
                      <a:r>
                        <a:rPr lang="es-ES" sz="1100" b="0" u="none" strike="noStrike">
                          <a:solidFill>
                            <a:srgbClr val="222222"/>
                          </a:solidFill>
                          <a:effectLst/>
                          <a:uFillTx/>
                          <a:latin typeface="Calibri"/>
                        </a:rPr>
                        <a:t>-29.9</a:t>
                      </a:r>
                      <a:endParaRPr lang="en-US" sz="1100" b="0" u="none" strike="noStrike">
                        <a:solidFill>
                          <a:srgbClr val="000000"/>
                        </a:solidFill>
                        <a:effectLst/>
                        <a:uFillTx/>
                        <a:latin typeface="Arial"/>
                      </a:endParaRPr>
                    </a:p>
                  </a:txBody>
                  <a:tcPr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3F3F3"/>
                    </a:solidFill>
                  </a:tcPr>
                </a:tc>
                <a:extLst>
                  <a:ext uri="{0D108BD9-81ED-4DB2-BD59-A6C34878D82A}">
                    <a16:rowId xmlns:a16="http://schemas.microsoft.com/office/drawing/2014/main" val="10006"/>
                  </a:ext>
                </a:extLst>
              </a:tr>
              <a:tr h="246600">
                <a:tc>
                  <a:txBody>
                    <a:bodyPr/>
                    <a:lstStyle/>
                    <a:p>
                      <a:pPr defTabSz="914400">
                        <a:lnSpc>
                          <a:spcPct val="100000"/>
                        </a:lnSpc>
                      </a:pPr>
                      <a:r>
                        <a:rPr lang="es-ES" sz="1100" b="0" u="none" strike="noStrike">
                          <a:solidFill>
                            <a:srgbClr val="222222"/>
                          </a:solidFill>
                          <a:effectLst/>
                          <a:uFillTx/>
                          <a:latin typeface="Calibri"/>
                        </a:rPr>
                        <a:t>001376</a:t>
                      </a:r>
                      <a:endParaRPr lang="en-US" sz="1100" b="0" u="none" strike="noStrike">
                        <a:solidFill>
                          <a:srgbClr val="000000"/>
                        </a:solidFill>
                        <a:effectLst/>
                        <a:uFillTx/>
                        <a:latin typeface="Arial"/>
                      </a:endParaRPr>
                    </a:p>
                  </a:txBody>
                  <a:tcPr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914400">
                        <a:lnSpc>
                          <a:spcPct val="100000"/>
                        </a:lnSpc>
                      </a:pPr>
                      <a:r>
                        <a:rPr lang="es-ES" sz="1100" b="0" u="none" strike="noStrike">
                          <a:solidFill>
                            <a:srgbClr val="222222"/>
                          </a:solidFill>
                          <a:effectLst/>
                          <a:uFillTx/>
                          <a:latin typeface="Calibri"/>
                        </a:rPr>
                        <a:t>13.44</a:t>
                      </a:r>
                      <a:endParaRPr lang="en-US" sz="1100" b="0" u="none" strike="noStrike">
                        <a:solidFill>
                          <a:srgbClr val="000000"/>
                        </a:solidFill>
                        <a:effectLst/>
                        <a:uFillTx/>
                        <a:latin typeface="Arial"/>
                      </a:endParaRPr>
                    </a:p>
                  </a:txBody>
                  <a:tcPr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914400">
                        <a:lnSpc>
                          <a:spcPct val="100000"/>
                        </a:lnSpc>
                      </a:pPr>
                      <a:r>
                        <a:rPr lang="es-ES" sz="1100" b="0" u="none" strike="noStrike">
                          <a:solidFill>
                            <a:srgbClr val="222222"/>
                          </a:solidFill>
                          <a:effectLst/>
                          <a:uFillTx/>
                          <a:latin typeface="Calibri"/>
                        </a:rPr>
                        <a:t>15.12</a:t>
                      </a:r>
                      <a:endParaRPr lang="en-US" sz="1100" b="0" u="none" strike="noStrike">
                        <a:solidFill>
                          <a:srgbClr val="000000"/>
                        </a:solidFill>
                        <a:effectLst/>
                        <a:uFillTx/>
                        <a:latin typeface="Arial"/>
                      </a:endParaRPr>
                    </a:p>
                  </a:txBody>
                  <a:tcPr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914400">
                        <a:lnSpc>
                          <a:spcPct val="100000"/>
                        </a:lnSpc>
                      </a:pPr>
                      <a:r>
                        <a:rPr lang="es-ES" sz="1100" b="0" u="none" strike="noStrike">
                          <a:solidFill>
                            <a:srgbClr val="222222"/>
                          </a:solidFill>
                          <a:effectLst/>
                          <a:uFillTx/>
                          <a:latin typeface="Calibri"/>
                        </a:rPr>
                        <a:t>-1.68</a:t>
                      </a:r>
                      <a:endParaRPr lang="en-US" sz="1100" b="0" u="none" strike="noStrike">
                        <a:solidFill>
                          <a:srgbClr val="000000"/>
                        </a:solidFill>
                        <a:effectLst/>
                        <a:uFillTx/>
                        <a:latin typeface="Arial"/>
                      </a:endParaRPr>
                    </a:p>
                  </a:txBody>
                  <a:tcPr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914400">
                        <a:lnSpc>
                          <a:spcPct val="100000"/>
                        </a:lnSpc>
                      </a:pPr>
                      <a:r>
                        <a:rPr lang="es-ES" sz="1100" b="0" u="none" strike="noStrike">
                          <a:solidFill>
                            <a:srgbClr val="222222"/>
                          </a:solidFill>
                          <a:effectLst/>
                          <a:uFillTx/>
                          <a:latin typeface="Calibri"/>
                        </a:rPr>
                        <a:t>-11.1</a:t>
                      </a:r>
                      <a:endParaRPr lang="en-US" sz="1100" b="0" u="none" strike="noStrike">
                        <a:solidFill>
                          <a:srgbClr val="000000"/>
                        </a:solidFill>
                        <a:effectLst/>
                        <a:uFillTx/>
                        <a:latin typeface="Arial"/>
                      </a:endParaRPr>
                    </a:p>
                  </a:txBody>
                  <a:tcPr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extLst>
                  <a:ext uri="{0D108BD9-81ED-4DB2-BD59-A6C34878D82A}">
                    <a16:rowId xmlns:a16="http://schemas.microsoft.com/office/drawing/2014/main" val="10007"/>
                  </a:ext>
                </a:extLst>
              </a:tr>
              <a:tr h="246600">
                <a:tc>
                  <a:txBody>
                    <a:bodyPr/>
                    <a:lstStyle/>
                    <a:p>
                      <a:pPr defTabSz="914400">
                        <a:lnSpc>
                          <a:spcPct val="100000"/>
                        </a:lnSpc>
                      </a:pPr>
                      <a:r>
                        <a:rPr lang="es-ES" sz="1100" b="0" u="none" strike="noStrike">
                          <a:solidFill>
                            <a:srgbClr val="222222"/>
                          </a:solidFill>
                          <a:effectLst/>
                          <a:uFillTx/>
                          <a:latin typeface="Calibri"/>
                        </a:rPr>
                        <a:t>001376</a:t>
                      </a:r>
                      <a:endParaRPr lang="en-US" sz="1100" b="0" u="none" strike="noStrike">
                        <a:solidFill>
                          <a:srgbClr val="000000"/>
                        </a:solidFill>
                        <a:effectLst/>
                        <a:uFillTx/>
                        <a:latin typeface="Arial"/>
                      </a:endParaRPr>
                    </a:p>
                  </a:txBody>
                  <a:tcPr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3F3F3"/>
                    </a:solidFill>
                  </a:tcPr>
                </a:tc>
                <a:tc>
                  <a:txBody>
                    <a:bodyPr/>
                    <a:lstStyle/>
                    <a:p>
                      <a:pPr defTabSz="914400">
                        <a:lnSpc>
                          <a:spcPct val="100000"/>
                        </a:lnSpc>
                      </a:pPr>
                      <a:r>
                        <a:rPr lang="es-ES" sz="1100" b="0" u="none" strike="noStrike">
                          <a:solidFill>
                            <a:srgbClr val="222222"/>
                          </a:solidFill>
                          <a:effectLst/>
                          <a:uFillTx/>
                          <a:latin typeface="Calibri"/>
                        </a:rPr>
                        <a:t>9.74</a:t>
                      </a:r>
                      <a:endParaRPr lang="en-US" sz="1100" b="0" u="none" strike="noStrike">
                        <a:solidFill>
                          <a:srgbClr val="000000"/>
                        </a:solidFill>
                        <a:effectLst/>
                        <a:uFillTx/>
                        <a:latin typeface="Arial"/>
                      </a:endParaRPr>
                    </a:p>
                  </a:txBody>
                  <a:tcPr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3F3F3"/>
                    </a:solidFill>
                  </a:tcPr>
                </a:tc>
                <a:tc>
                  <a:txBody>
                    <a:bodyPr/>
                    <a:lstStyle/>
                    <a:p>
                      <a:pPr defTabSz="914400">
                        <a:lnSpc>
                          <a:spcPct val="100000"/>
                        </a:lnSpc>
                      </a:pPr>
                      <a:r>
                        <a:rPr lang="es-ES" sz="1100" b="0" u="none" strike="noStrike">
                          <a:solidFill>
                            <a:srgbClr val="222222"/>
                          </a:solidFill>
                          <a:effectLst/>
                          <a:uFillTx/>
                          <a:latin typeface="Calibri"/>
                        </a:rPr>
                        <a:t>11.63</a:t>
                      </a:r>
                      <a:endParaRPr lang="en-US" sz="1100" b="0" u="none" strike="noStrike">
                        <a:solidFill>
                          <a:srgbClr val="000000"/>
                        </a:solidFill>
                        <a:effectLst/>
                        <a:uFillTx/>
                        <a:latin typeface="Arial"/>
                      </a:endParaRPr>
                    </a:p>
                  </a:txBody>
                  <a:tcPr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3F3F3"/>
                    </a:solidFill>
                  </a:tcPr>
                </a:tc>
                <a:tc>
                  <a:txBody>
                    <a:bodyPr/>
                    <a:lstStyle/>
                    <a:p>
                      <a:pPr defTabSz="914400">
                        <a:lnSpc>
                          <a:spcPct val="100000"/>
                        </a:lnSpc>
                      </a:pPr>
                      <a:r>
                        <a:rPr lang="es-ES" sz="1100" b="0" u="none" strike="noStrike">
                          <a:solidFill>
                            <a:srgbClr val="222222"/>
                          </a:solidFill>
                          <a:effectLst/>
                          <a:uFillTx/>
                          <a:latin typeface="Calibri"/>
                        </a:rPr>
                        <a:t>-1.89</a:t>
                      </a:r>
                      <a:endParaRPr lang="en-US" sz="1100" b="0" u="none" strike="noStrike">
                        <a:solidFill>
                          <a:srgbClr val="000000"/>
                        </a:solidFill>
                        <a:effectLst/>
                        <a:uFillTx/>
                        <a:latin typeface="Arial"/>
                      </a:endParaRPr>
                    </a:p>
                  </a:txBody>
                  <a:tcPr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3F3F3"/>
                    </a:solidFill>
                  </a:tcPr>
                </a:tc>
                <a:tc>
                  <a:txBody>
                    <a:bodyPr/>
                    <a:lstStyle/>
                    <a:p>
                      <a:pPr defTabSz="914400">
                        <a:lnSpc>
                          <a:spcPct val="100000"/>
                        </a:lnSpc>
                      </a:pPr>
                      <a:r>
                        <a:rPr lang="es-ES" sz="1100" b="0" u="none" strike="noStrike">
                          <a:solidFill>
                            <a:srgbClr val="222222"/>
                          </a:solidFill>
                          <a:effectLst/>
                          <a:uFillTx/>
                          <a:latin typeface="Calibri"/>
                        </a:rPr>
                        <a:t>-16.3</a:t>
                      </a:r>
                      <a:endParaRPr lang="en-US" sz="1100" b="0" u="none" strike="noStrike">
                        <a:solidFill>
                          <a:srgbClr val="000000"/>
                        </a:solidFill>
                        <a:effectLst/>
                        <a:uFillTx/>
                        <a:latin typeface="Arial"/>
                      </a:endParaRPr>
                    </a:p>
                  </a:txBody>
                  <a:tcPr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3F3F3"/>
                    </a:solidFill>
                  </a:tcPr>
                </a:tc>
                <a:extLst>
                  <a:ext uri="{0D108BD9-81ED-4DB2-BD59-A6C34878D82A}">
                    <a16:rowId xmlns:a16="http://schemas.microsoft.com/office/drawing/2014/main" val="10008"/>
                  </a:ext>
                </a:extLst>
              </a:tr>
              <a:tr h="246600">
                <a:tc>
                  <a:txBody>
                    <a:bodyPr/>
                    <a:lstStyle/>
                    <a:p>
                      <a:pPr defTabSz="914400">
                        <a:lnSpc>
                          <a:spcPct val="100000"/>
                        </a:lnSpc>
                      </a:pPr>
                      <a:r>
                        <a:rPr lang="es-ES" sz="1100" b="0" u="none" strike="noStrike">
                          <a:solidFill>
                            <a:srgbClr val="222222"/>
                          </a:solidFill>
                          <a:effectLst/>
                          <a:uFillTx/>
                          <a:latin typeface="Calibri"/>
                        </a:rPr>
                        <a:t>005595</a:t>
                      </a:r>
                      <a:endParaRPr lang="en-US" sz="1100" b="0" u="none" strike="noStrike">
                        <a:solidFill>
                          <a:srgbClr val="000000"/>
                        </a:solidFill>
                        <a:effectLst/>
                        <a:uFillTx/>
                        <a:latin typeface="Arial"/>
                      </a:endParaRPr>
                    </a:p>
                  </a:txBody>
                  <a:tcPr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914400">
                        <a:lnSpc>
                          <a:spcPct val="100000"/>
                        </a:lnSpc>
                      </a:pPr>
                      <a:r>
                        <a:rPr lang="es-ES" sz="1100" b="0" u="none" strike="noStrike">
                          <a:solidFill>
                            <a:srgbClr val="222222"/>
                          </a:solidFill>
                          <a:effectLst/>
                          <a:uFillTx/>
                          <a:latin typeface="Calibri"/>
                        </a:rPr>
                        <a:t>8.89</a:t>
                      </a:r>
                      <a:endParaRPr lang="en-US" sz="1100" b="0" u="none" strike="noStrike">
                        <a:solidFill>
                          <a:srgbClr val="000000"/>
                        </a:solidFill>
                        <a:effectLst/>
                        <a:uFillTx/>
                        <a:latin typeface="Arial"/>
                      </a:endParaRPr>
                    </a:p>
                  </a:txBody>
                  <a:tcPr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914400">
                        <a:lnSpc>
                          <a:spcPct val="100000"/>
                        </a:lnSpc>
                      </a:pPr>
                      <a:r>
                        <a:rPr lang="es-ES" sz="1100" b="0" u="none" strike="noStrike">
                          <a:solidFill>
                            <a:srgbClr val="222222"/>
                          </a:solidFill>
                          <a:effectLst/>
                          <a:uFillTx/>
                          <a:latin typeface="Calibri"/>
                        </a:rPr>
                        <a:t>9.73</a:t>
                      </a:r>
                      <a:endParaRPr lang="en-US" sz="1100" b="0" u="none" strike="noStrike">
                        <a:solidFill>
                          <a:srgbClr val="000000"/>
                        </a:solidFill>
                        <a:effectLst/>
                        <a:uFillTx/>
                        <a:latin typeface="Arial"/>
                      </a:endParaRPr>
                    </a:p>
                  </a:txBody>
                  <a:tcPr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914400">
                        <a:lnSpc>
                          <a:spcPct val="100000"/>
                        </a:lnSpc>
                      </a:pPr>
                      <a:r>
                        <a:rPr lang="es-ES" sz="1100" b="0" u="none" strike="noStrike">
                          <a:solidFill>
                            <a:srgbClr val="222222"/>
                          </a:solidFill>
                          <a:effectLst/>
                          <a:uFillTx/>
                          <a:latin typeface="Calibri"/>
                        </a:rPr>
                        <a:t>-0.84</a:t>
                      </a:r>
                      <a:endParaRPr lang="en-US" sz="1100" b="0" u="none" strike="noStrike">
                        <a:solidFill>
                          <a:srgbClr val="000000"/>
                        </a:solidFill>
                        <a:effectLst/>
                        <a:uFillTx/>
                        <a:latin typeface="Arial"/>
                      </a:endParaRPr>
                    </a:p>
                  </a:txBody>
                  <a:tcPr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914400">
                        <a:lnSpc>
                          <a:spcPct val="100000"/>
                        </a:lnSpc>
                      </a:pPr>
                      <a:r>
                        <a:rPr lang="es-ES" sz="1100" b="0" u="none" strike="noStrike">
                          <a:solidFill>
                            <a:srgbClr val="222222"/>
                          </a:solidFill>
                          <a:effectLst/>
                          <a:uFillTx/>
                          <a:latin typeface="Calibri"/>
                        </a:rPr>
                        <a:t>-8.6</a:t>
                      </a:r>
                      <a:endParaRPr lang="en-US" sz="1100" b="0" u="none" strike="noStrike">
                        <a:solidFill>
                          <a:srgbClr val="000000"/>
                        </a:solidFill>
                        <a:effectLst/>
                        <a:uFillTx/>
                        <a:latin typeface="Arial"/>
                      </a:endParaRPr>
                    </a:p>
                  </a:txBody>
                  <a:tcPr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extLst>
                  <a:ext uri="{0D108BD9-81ED-4DB2-BD59-A6C34878D82A}">
                    <a16:rowId xmlns:a16="http://schemas.microsoft.com/office/drawing/2014/main" val="10009"/>
                  </a:ext>
                </a:extLst>
              </a:tr>
              <a:tr h="246600">
                <a:tc>
                  <a:txBody>
                    <a:bodyPr/>
                    <a:lstStyle/>
                    <a:p>
                      <a:pPr defTabSz="914400">
                        <a:lnSpc>
                          <a:spcPct val="100000"/>
                        </a:lnSpc>
                      </a:pPr>
                      <a:r>
                        <a:rPr lang="es-ES" sz="1100" b="0" u="none" strike="noStrike">
                          <a:solidFill>
                            <a:srgbClr val="222222"/>
                          </a:solidFill>
                          <a:effectLst/>
                          <a:uFillTx/>
                          <a:latin typeface="Calibri"/>
                        </a:rPr>
                        <a:t>005595</a:t>
                      </a:r>
                      <a:endParaRPr lang="en-US" sz="1100" b="0" u="none" strike="noStrike">
                        <a:solidFill>
                          <a:srgbClr val="000000"/>
                        </a:solidFill>
                        <a:effectLst/>
                        <a:uFillTx/>
                        <a:latin typeface="Arial"/>
                      </a:endParaRPr>
                    </a:p>
                  </a:txBody>
                  <a:tcPr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3F3F3"/>
                    </a:solidFill>
                  </a:tcPr>
                </a:tc>
                <a:tc>
                  <a:txBody>
                    <a:bodyPr/>
                    <a:lstStyle/>
                    <a:p>
                      <a:pPr defTabSz="914400">
                        <a:lnSpc>
                          <a:spcPct val="100000"/>
                        </a:lnSpc>
                      </a:pPr>
                      <a:r>
                        <a:rPr lang="es-ES" sz="1100" b="0" u="none" strike="noStrike">
                          <a:solidFill>
                            <a:srgbClr val="222222"/>
                          </a:solidFill>
                          <a:effectLst/>
                          <a:uFillTx/>
                          <a:latin typeface="Calibri"/>
                        </a:rPr>
                        <a:t>10.99</a:t>
                      </a:r>
                      <a:endParaRPr lang="en-US" sz="1100" b="0" u="none" strike="noStrike">
                        <a:solidFill>
                          <a:srgbClr val="000000"/>
                        </a:solidFill>
                        <a:effectLst/>
                        <a:uFillTx/>
                        <a:latin typeface="Arial"/>
                      </a:endParaRPr>
                    </a:p>
                  </a:txBody>
                  <a:tcPr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3F3F3"/>
                    </a:solidFill>
                  </a:tcPr>
                </a:tc>
                <a:tc>
                  <a:txBody>
                    <a:bodyPr/>
                    <a:lstStyle/>
                    <a:p>
                      <a:pPr defTabSz="914400">
                        <a:lnSpc>
                          <a:spcPct val="100000"/>
                        </a:lnSpc>
                      </a:pPr>
                      <a:r>
                        <a:rPr lang="es-ES" sz="1100" b="0" u="none" strike="noStrike">
                          <a:solidFill>
                            <a:srgbClr val="222222"/>
                          </a:solidFill>
                          <a:effectLst/>
                          <a:uFillTx/>
                          <a:latin typeface="Calibri"/>
                        </a:rPr>
                        <a:t>13.07</a:t>
                      </a:r>
                      <a:endParaRPr lang="en-US" sz="1100" b="0" u="none" strike="noStrike">
                        <a:solidFill>
                          <a:srgbClr val="000000"/>
                        </a:solidFill>
                        <a:effectLst/>
                        <a:uFillTx/>
                        <a:latin typeface="Arial"/>
                      </a:endParaRPr>
                    </a:p>
                  </a:txBody>
                  <a:tcPr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3F3F3"/>
                    </a:solidFill>
                  </a:tcPr>
                </a:tc>
                <a:tc>
                  <a:txBody>
                    <a:bodyPr/>
                    <a:lstStyle/>
                    <a:p>
                      <a:pPr defTabSz="914400">
                        <a:lnSpc>
                          <a:spcPct val="100000"/>
                        </a:lnSpc>
                      </a:pPr>
                      <a:r>
                        <a:rPr lang="es-ES" sz="1100" b="0" u="none" strike="noStrike">
                          <a:solidFill>
                            <a:srgbClr val="222222"/>
                          </a:solidFill>
                          <a:effectLst/>
                          <a:uFillTx/>
                          <a:latin typeface="Calibri"/>
                        </a:rPr>
                        <a:t>-2.08</a:t>
                      </a:r>
                      <a:endParaRPr lang="en-US" sz="1100" b="0" u="none" strike="noStrike">
                        <a:solidFill>
                          <a:srgbClr val="000000"/>
                        </a:solidFill>
                        <a:effectLst/>
                        <a:uFillTx/>
                        <a:latin typeface="Arial"/>
                      </a:endParaRPr>
                    </a:p>
                  </a:txBody>
                  <a:tcPr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3F3F3"/>
                    </a:solidFill>
                  </a:tcPr>
                </a:tc>
                <a:tc>
                  <a:txBody>
                    <a:bodyPr/>
                    <a:lstStyle/>
                    <a:p>
                      <a:pPr defTabSz="914400">
                        <a:lnSpc>
                          <a:spcPct val="100000"/>
                        </a:lnSpc>
                      </a:pPr>
                      <a:r>
                        <a:rPr lang="es-ES" sz="1100" b="0" u="none" strike="noStrike">
                          <a:solidFill>
                            <a:srgbClr val="222222"/>
                          </a:solidFill>
                          <a:effectLst/>
                          <a:uFillTx/>
                          <a:latin typeface="Calibri"/>
                        </a:rPr>
                        <a:t>-15.9</a:t>
                      </a:r>
                      <a:endParaRPr lang="en-US" sz="1100" b="0" u="none" strike="noStrike">
                        <a:solidFill>
                          <a:srgbClr val="000000"/>
                        </a:solidFill>
                        <a:effectLst/>
                        <a:uFillTx/>
                        <a:latin typeface="Arial"/>
                      </a:endParaRPr>
                    </a:p>
                  </a:txBody>
                  <a:tcPr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3F3F3"/>
                    </a:solidFill>
                  </a:tcPr>
                </a:tc>
                <a:extLst>
                  <a:ext uri="{0D108BD9-81ED-4DB2-BD59-A6C34878D82A}">
                    <a16:rowId xmlns:a16="http://schemas.microsoft.com/office/drawing/2014/main" val="10010"/>
                  </a:ext>
                </a:extLst>
              </a:tr>
              <a:tr h="246600">
                <a:tc>
                  <a:txBody>
                    <a:bodyPr/>
                    <a:lstStyle/>
                    <a:p>
                      <a:pPr defTabSz="914400">
                        <a:lnSpc>
                          <a:spcPct val="100000"/>
                        </a:lnSpc>
                      </a:pPr>
                      <a:r>
                        <a:rPr lang="es-ES" sz="1100" b="0" u="none" strike="noStrike">
                          <a:solidFill>
                            <a:srgbClr val="222222"/>
                          </a:solidFill>
                          <a:effectLst/>
                          <a:uFillTx/>
                          <a:latin typeface="Calibri"/>
                        </a:rPr>
                        <a:t>005595</a:t>
                      </a:r>
                      <a:endParaRPr lang="en-US" sz="1100" b="0" u="none" strike="noStrike">
                        <a:solidFill>
                          <a:srgbClr val="000000"/>
                        </a:solidFill>
                        <a:effectLst/>
                        <a:uFillTx/>
                        <a:latin typeface="Arial"/>
                      </a:endParaRPr>
                    </a:p>
                  </a:txBody>
                  <a:tcPr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914400">
                        <a:lnSpc>
                          <a:spcPct val="100000"/>
                        </a:lnSpc>
                      </a:pPr>
                      <a:r>
                        <a:rPr lang="es-ES" sz="1100" b="0" u="none" strike="noStrike">
                          <a:solidFill>
                            <a:srgbClr val="222222"/>
                          </a:solidFill>
                          <a:effectLst/>
                          <a:uFillTx/>
                          <a:latin typeface="Calibri"/>
                        </a:rPr>
                        <a:t>17.31</a:t>
                      </a:r>
                      <a:endParaRPr lang="en-US" sz="1100" b="0" u="none" strike="noStrike">
                        <a:solidFill>
                          <a:srgbClr val="000000"/>
                        </a:solidFill>
                        <a:effectLst/>
                        <a:uFillTx/>
                        <a:latin typeface="Arial"/>
                      </a:endParaRPr>
                    </a:p>
                  </a:txBody>
                  <a:tcPr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914400">
                        <a:lnSpc>
                          <a:spcPct val="100000"/>
                        </a:lnSpc>
                      </a:pPr>
                      <a:r>
                        <a:rPr lang="es-ES" sz="1100" b="0" u="none" strike="noStrike">
                          <a:solidFill>
                            <a:srgbClr val="222222"/>
                          </a:solidFill>
                          <a:effectLst/>
                          <a:uFillTx/>
                          <a:latin typeface="Calibri"/>
                        </a:rPr>
                        <a:t>17.96</a:t>
                      </a:r>
                      <a:endParaRPr lang="en-US" sz="1100" b="0" u="none" strike="noStrike">
                        <a:solidFill>
                          <a:srgbClr val="000000"/>
                        </a:solidFill>
                        <a:effectLst/>
                        <a:uFillTx/>
                        <a:latin typeface="Arial"/>
                      </a:endParaRPr>
                    </a:p>
                  </a:txBody>
                  <a:tcPr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914400">
                        <a:lnSpc>
                          <a:spcPct val="100000"/>
                        </a:lnSpc>
                      </a:pPr>
                      <a:r>
                        <a:rPr lang="es-ES" sz="1100" b="0" u="none" strike="noStrike">
                          <a:solidFill>
                            <a:srgbClr val="222222"/>
                          </a:solidFill>
                          <a:effectLst/>
                          <a:uFillTx/>
                          <a:latin typeface="Calibri"/>
                        </a:rPr>
                        <a:t>-0.65</a:t>
                      </a:r>
                      <a:endParaRPr lang="en-US" sz="1100" b="0" u="none" strike="noStrike">
                        <a:solidFill>
                          <a:srgbClr val="000000"/>
                        </a:solidFill>
                        <a:effectLst/>
                        <a:uFillTx/>
                        <a:latin typeface="Arial"/>
                      </a:endParaRPr>
                    </a:p>
                  </a:txBody>
                  <a:tcPr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914400">
                        <a:lnSpc>
                          <a:spcPct val="100000"/>
                        </a:lnSpc>
                      </a:pPr>
                      <a:r>
                        <a:rPr lang="es-ES" sz="1100" b="0" u="none" strike="noStrike">
                          <a:solidFill>
                            <a:srgbClr val="222222"/>
                          </a:solidFill>
                          <a:effectLst/>
                          <a:uFillTx/>
                          <a:latin typeface="Calibri"/>
                        </a:rPr>
                        <a:t>-3.6</a:t>
                      </a:r>
                      <a:endParaRPr lang="en-US" sz="1100" b="0" u="none" strike="noStrike">
                        <a:solidFill>
                          <a:srgbClr val="000000"/>
                        </a:solidFill>
                        <a:effectLst/>
                        <a:uFillTx/>
                        <a:latin typeface="Arial"/>
                      </a:endParaRPr>
                    </a:p>
                  </a:txBody>
                  <a:tcPr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extLst>
                  <a:ext uri="{0D108BD9-81ED-4DB2-BD59-A6C34878D82A}">
                    <a16:rowId xmlns:a16="http://schemas.microsoft.com/office/drawing/2014/main" val="10011"/>
                  </a:ext>
                </a:extLst>
              </a:tr>
              <a:tr h="246600">
                <a:tc>
                  <a:txBody>
                    <a:bodyPr/>
                    <a:lstStyle/>
                    <a:p>
                      <a:pPr defTabSz="914400">
                        <a:lnSpc>
                          <a:spcPct val="100000"/>
                        </a:lnSpc>
                      </a:pPr>
                      <a:r>
                        <a:rPr lang="es-ES" sz="1100" b="0" u="none" strike="noStrike">
                          <a:solidFill>
                            <a:srgbClr val="222222"/>
                          </a:solidFill>
                          <a:effectLst/>
                          <a:uFillTx/>
                          <a:latin typeface="Calibri"/>
                        </a:rPr>
                        <a:t>005595</a:t>
                      </a:r>
                      <a:endParaRPr lang="en-US" sz="1100" b="0" u="none" strike="noStrike">
                        <a:solidFill>
                          <a:srgbClr val="000000"/>
                        </a:solidFill>
                        <a:effectLst/>
                        <a:uFillTx/>
                        <a:latin typeface="Arial"/>
                      </a:endParaRPr>
                    </a:p>
                  </a:txBody>
                  <a:tcPr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3F3F3"/>
                    </a:solidFill>
                  </a:tcPr>
                </a:tc>
                <a:tc>
                  <a:txBody>
                    <a:bodyPr/>
                    <a:lstStyle/>
                    <a:p>
                      <a:pPr defTabSz="914400">
                        <a:lnSpc>
                          <a:spcPct val="100000"/>
                        </a:lnSpc>
                      </a:pPr>
                      <a:r>
                        <a:rPr lang="es-ES" sz="1100" b="0" u="none" strike="noStrike">
                          <a:solidFill>
                            <a:srgbClr val="222222"/>
                          </a:solidFill>
                          <a:effectLst/>
                          <a:uFillTx/>
                          <a:latin typeface="Calibri"/>
                        </a:rPr>
                        <a:t>7.14</a:t>
                      </a:r>
                      <a:endParaRPr lang="en-US" sz="1100" b="0" u="none" strike="noStrike">
                        <a:solidFill>
                          <a:srgbClr val="000000"/>
                        </a:solidFill>
                        <a:effectLst/>
                        <a:uFillTx/>
                        <a:latin typeface="Arial"/>
                      </a:endParaRPr>
                    </a:p>
                  </a:txBody>
                  <a:tcPr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3F3F3"/>
                    </a:solidFill>
                  </a:tcPr>
                </a:tc>
                <a:tc>
                  <a:txBody>
                    <a:bodyPr/>
                    <a:lstStyle/>
                    <a:p>
                      <a:pPr defTabSz="914400">
                        <a:lnSpc>
                          <a:spcPct val="100000"/>
                        </a:lnSpc>
                      </a:pPr>
                      <a:r>
                        <a:rPr lang="es-ES" sz="1100" b="0" u="none" strike="noStrike">
                          <a:solidFill>
                            <a:srgbClr val="222222"/>
                          </a:solidFill>
                          <a:effectLst/>
                          <a:uFillTx/>
                          <a:latin typeface="Calibri"/>
                        </a:rPr>
                        <a:t>7.45</a:t>
                      </a:r>
                      <a:endParaRPr lang="en-US" sz="1100" b="0" u="none" strike="noStrike">
                        <a:solidFill>
                          <a:srgbClr val="000000"/>
                        </a:solidFill>
                        <a:effectLst/>
                        <a:uFillTx/>
                        <a:latin typeface="Arial"/>
                      </a:endParaRPr>
                    </a:p>
                  </a:txBody>
                  <a:tcPr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3F3F3"/>
                    </a:solidFill>
                  </a:tcPr>
                </a:tc>
                <a:tc>
                  <a:txBody>
                    <a:bodyPr/>
                    <a:lstStyle/>
                    <a:p>
                      <a:pPr defTabSz="914400">
                        <a:lnSpc>
                          <a:spcPct val="100000"/>
                        </a:lnSpc>
                      </a:pPr>
                      <a:r>
                        <a:rPr lang="es-ES" sz="1100" b="0" u="none" strike="noStrike">
                          <a:solidFill>
                            <a:srgbClr val="222222"/>
                          </a:solidFill>
                          <a:effectLst/>
                          <a:uFillTx/>
                          <a:latin typeface="Calibri"/>
                        </a:rPr>
                        <a:t>-0.31</a:t>
                      </a:r>
                      <a:endParaRPr lang="en-US" sz="1100" b="0" u="none" strike="noStrike">
                        <a:solidFill>
                          <a:srgbClr val="000000"/>
                        </a:solidFill>
                        <a:effectLst/>
                        <a:uFillTx/>
                        <a:latin typeface="Arial"/>
                      </a:endParaRPr>
                    </a:p>
                  </a:txBody>
                  <a:tcPr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3F3F3"/>
                    </a:solidFill>
                  </a:tcPr>
                </a:tc>
                <a:tc>
                  <a:txBody>
                    <a:bodyPr/>
                    <a:lstStyle/>
                    <a:p>
                      <a:pPr defTabSz="914400">
                        <a:lnSpc>
                          <a:spcPct val="100000"/>
                        </a:lnSpc>
                      </a:pPr>
                      <a:r>
                        <a:rPr lang="es-ES" sz="1100" b="0" u="none" strike="noStrike">
                          <a:solidFill>
                            <a:srgbClr val="222222"/>
                          </a:solidFill>
                          <a:effectLst/>
                          <a:uFillTx/>
                          <a:latin typeface="Calibri"/>
                        </a:rPr>
                        <a:t>-4.1</a:t>
                      </a:r>
                      <a:endParaRPr lang="en-US" sz="1100" b="0" u="none" strike="noStrike">
                        <a:solidFill>
                          <a:srgbClr val="000000"/>
                        </a:solidFill>
                        <a:effectLst/>
                        <a:uFillTx/>
                        <a:latin typeface="Arial"/>
                      </a:endParaRPr>
                    </a:p>
                  </a:txBody>
                  <a:tcPr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3F3F3"/>
                    </a:solidFill>
                  </a:tcPr>
                </a:tc>
                <a:extLst>
                  <a:ext uri="{0D108BD9-81ED-4DB2-BD59-A6C34878D82A}">
                    <a16:rowId xmlns:a16="http://schemas.microsoft.com/office/drawing/2014/main" val="10012"/>
                  </a:ext>
                </a:extLst>
              </a:tr>
              <a:tr h="246600">
                <a:tc>
                  <a:txBody>
                    <a:bodyPr/>
                    <a:lstStyle/>
                    <a:p>
                      <a:pPr defTabSz="914400">
                        <a:lnSpc>
                          <a:spcPct val="100000"/>
                        </a:lnSpc>
                      </a:pPr>
                      <a:r>
                        <a:rPr lang="es-ES" sz="1100" b="0" u="none" strike="noStrike">
                          <a:solidFill>
                            <a:srgbClr val="222222"/>
                          </a:solidFill>
                          <a:effectLst/>
                          <a:uFillTx/>
                          <a:latin typeface="Calibri"/>
                        </a:rPr>
                        <a:t>005595</a:t>
                      </a:r>
                      <a:endParaRPr lang="en-US" sz="1100" b="0" u="none" strike="noStrike">
                        <a:solidFill>
                          <a:srgbClr val="000000"/>
                        </a:solidFill>
                        <a:effectLst/>
                        <a:uFillTx/>
                        <a:latin typeface="Arial"/>
                      </a:endParaRPr>
                    </a:p>
                  </a:txBody>
                  <a:tcPr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914400">
                        <a:lnSpc>
                          <a:spcPct val="100000"/>
                        </a:lnSpc>
                      </a:pPr>
                      <a:r>
                        <a:rPr lang="es-ES" sz="1100" b="0" u="none" strike="noStrike">
                          <a:solidFill>
                            <a:srgbClr val="222222"/>
                          </a:solidFill>
                          <a:effectLst/>
                          <a:uFillTx/>
                          <a:latin typeface="Calibri"/>
                        </a:rPr>
                        <a:t>9.12</a:t>
                      </a:r>
                      <a:endParaRPr lang="en-US" sz="1100" b="0" u="none" strike="noStrike">
                        <a:solidFill>
                          <a:srgbClr val="000000"/>
                        </a:solidFill>
                        <a:effectLst/>
                        <a:uFillTx/>
                        <a:latin typeface="Arial"/>
                      </a:endParaRPr>
                    </a:p>
                  </a:txBody>
                  <a:tcPr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914400">
                        <a:lnSpc>
                          <a:spcPct val="100000"/>
                        </a:lnSpc>
                      </a:pPr>
                      <a:r>
                        <a:rPr lang="es-ES" sz="1100" b="0" u="none" strike="noStrike">
                          <a:solidFill>
                            <a:srgbClr val="222222"/>
                          </a:solidFill>
                          <a:effectLst/>
                          <a:uFillTx/>
                          <a:latin typeface="Calibri"/>
                        </a:rPr>
                        <a:t>12.00</a:t>
                      </a:r>
                      <a:endParaRPr lang="en-US" sz="1100" b="0" u="none" strike="noStrike">
                        <a:solidFill>
                          <a:srgbClr val="000000"/>
                        </a:solidFill>
                        <a:effectLst/>
                        <a:uFillTx/>
                        <a:latin typeface="Arial"/>
                      </a:endParaRPr>
                    </a:p>
                  </a:txBody>
                  <a:tcPr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914400">
                        <a:lnSpc>
                          <a:spcPct val="100000"/>
                        </a:lnSpc>
                      </a:pPr>
                      <a:r>
                        <a:rPr lang="es-ES" sz="1100" b="0" u="none" strike="noStrike">
                          <a:solidFill>
                            <a:srgbClr val="222222"/>
                          </a:solidFill>
                          <a:effectLst/>
                          <a:uFillTx/>
                          <a:latin typeface="Calibri"/>
                        </a:rPr>
                        <a:t>-2.88</a:t>
                      </a:r>
                      <a:endParaRPr lang="en-US" sz="1100" b="0" u="none" strike="noStrike">
                        <a:solidFill>
                          <a:srgbClr val="000000"/>
                        </a:solidFill>
                        <a:effectLst/>
                        <a:uFillTx/>
                        <a:latin typeface="Arial"/>
                      </a:endParaRPr>
                    </a:p>
                  </a:txBody>
                  <a:tcPr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914400">
                        <a:lnSpc>
                          <a:spcPct val="100000"/>
                        </a:lnSpc>
                      </a:pPr>
                      <a:r>
                        <a:rPr lang="es-ES" sz="1100" b="0" u="none" strike="noStrike">
                          <a:solidFill>
                            <a:srgbClr val="222222"/>
                          </a:solidFill>
                          <a:effectLst/>
                          <a:uFillTx/>
                          <a:latin typeface="Calibri"/>
                        </a:rPr>
                        <a:t>-24.0</a:t>
                      </a:r>
                      <a:endParaRPr lang="en-US" sz="1100" b="0" u="none" strike="noStrike">
                        <a:solidFill>
                          <a:srgbClr val="000000"/>
                        </a:solidFill>
                        <a:effectLst/>
                        <a:uFillTx/>
                        <a:latin typeface="Arial"/>
                      </a:endParaRPr>
                    </a:p>
                  </a:txBody>
                  <a:tcPr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extLst>
                  <a:ext uri="{0D108BD9-81ED-4DB2-BD59-A6C34878D82A}">
                    <a16:rowId xmlns:a16="http://schemas.microsoft.com/office/drawing/2014/main" val="10013"/>
                  </a:ext>
                </a:extLst>
              </a:tr>
              <a:tr h="246600">
                <a:tc>
                  <a:txBody>
                    <a:bodyPr/>
                    <a:lstStyle/>
                    <a:p>
                      <a:pPr defTabSz="914400">
                        <a:lnSpc>
                          <a:spcPct val="100000"/>
                        </a:lnSpc>
                      </a:pPr>
                      <a:r>
                        <a:rPr lang="es-ES" sz="1100" b="0" u="none" strike="noStrike">
                          <a:solidFill>
                            <a:srgbClr val="222222"/>
                          </a:solidFill>
                          <a:effectLst/>
                          <a:uFillTx/>
                          <a:latin typeface="Calibri"/>
                        </a:rPr>
                        <a:t>007303</a:t>
                      </a:r>
                      <a:endParaRPr lang="en-US" sz="1100" b="0" u="none" strike="noStrike">
                        <a:solidFill>
                          <a:srgbClr val="000000"/>
                        </a:solidFill>
                        <a:effectLst/>
                        <a:uFillTx/>
                        <a:latin typeface="Arial"/>
                      </a:endParaRPr>
                    </a:p>
                  </a:txBody>
                  <a:tcPr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3F3F3"/>
                    </a:solidFill>
                  </a:tcPr>
                </a:tc>
                <a:tc>
                  <a:txBody>
                    <a:bodyPr/>
                    <a:lstStyle/>
                    <a:p>
                      <a:pPr defTabSz="914400">
                        <a:lnSpc>
                          <a:spcPct val="100000"/>
                        </a:lnSpc>
                      </a:pPr>
                      <a:r>
                        <a:rPr lang="es-ES" sz="1100" b="0" u="none" strike="noStrike">
                          <a:solidFill>
                            <a:srgbClr val="222222"/>
                          </a:solidFill>
                          <a:effectLst/>
                          <a:uFillTx/>
                          <a:latin typeface="Calibri"/>
                        </a:rPr>
                        <a:t>31.60</a:t>
                      </a:r>
                      <a:endParaRPr lang="en-US" sz="1100" b="0" u="none" strike="noStrike">
                        <a:solidFill>
                          <a:srgbClr val="000000"/>
                        </a:solidFill>
                        <a:effectLst/>
                        <a:uFillTx/>
                        <a:latin typeface="Arial"/>
                      </a:endParaRPr>
                    </a:p>
                  </a:txBody>
                  <a:tcPr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3F3F3"/>
                    </a:solidFill>
                  </a:tcPr>
                </a:tc>
                <a:tc>
                  <a:txBody>
                    <a:bodyPr/>
                    <a:lstStyle/>
                    <a:p>
                      <a:pPr defTabSz="914400">
                        <a:lnSpc>
                          <a:spcPct val="100000"/>
                        </a:lnSpc>
                      </a:pPr>
                      <a:r>
                        <a:rPr lang="es-ES" sz="1100" b="0" u="none" strike="noStrike">
                          <a:solidFill>
                            <a:srgbClr val="222222"/>
                          </a:solidFill>
                          <a:effectLst/>
                          <a:uFillTx/>
                          <a:latin typeface="Calibri"/>
                        </a:rPr>
                        <a:t>32.86</a:t>
                      </a:r>
                      <a:endParaRPr lang="en-US" sz="1100" b="0" u="none" strike="noStrike">
                        <a:solidFill>
                          <a:srgbClr val="000000"/>
                        </a:solidFill>
                        <a:effectLst/>
                        <a:uFillTx/>
                        <a:latin typeface="Arial"/>
                      </a:endParaRPr>
                    </a:p>
                  </a:txBody>
                  <a:tcPr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3F3F3"/>
                    </a:solidFill>
                  </a:tcPr>
                </a:tc>
                <a:tc>
                  <a:txBody>
                    <a:bodyPr/>
                    <a:lstStyle/>
                    <a:p>
                      <a:pPr defTabSz="914400">
                        <a:lnSpc>
                          <a:spcPct val="100000"/>
                        </a:lnSpc>
                      </a:pPr>
                      <a:r>
                        <a:rPr lang="es-ES" sz="1100" b="0" u="none" strike="noStrike">
                          <a:solidFill>
                            <a:srgbClr val="222222"/>
                          </a:solidFill>
                          <a:effectLst/>
                          <a:uFillTx/>
                          <a:latin typeface="Calibri"/>
                        </a:rPr>
                        <a:t>-1.26</a:t>
                      </a:r>
                      <a:endParaRPr lang="en-US" sz="1100" b="0" u="none" strike="noStrike">
                        <a:solidFill>
                          <a:srgbClr val="000000"/>
                        </a:solidFill>
                        <a:effectLst/>
                        <a:uFillTx/>
                        <a:latin typeface="Arial"/>
                      </a:endParaRPr>
                    </a:p>
                  </a:txBody>
                  <a:tcPr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3F3F3"/>
                    </a:solidFill>
                  </a:tcPr>
                </a:tc>
                <a:tc>
                  <a:txBody>
                    <a:bodyPr/>
                    <a:lstStyle/>
                    <a:p>
                      <a:pPr defTabSz="914400">
                        <a:lnSpc>
                          <a:spcPct val="100000"/>
                        </a:lnSpc>
                      </a:pPr>
                      <a:r>
                        <a:rPr lang="es-ES" sz="1100" b="0" u="none" strike="noStrike">
                          <a:solidFill>
                            <a:srgbClr val="222222"/>
                          </a:solidFill>
                          <a:effectLst/>
                          <a:uFillTx/>
                          <a:latin typeface="Calibri"/>
                        </a:rPr>
                        <a:t>-3.8</a:t>
                      </a:r>
                      <a:endParaRPr lang="en-US" sz="1100" b="0" u="none" strike="noStrike">
                        <a:solidFill>
                          <a:srgbClr val="000000"/>
                        </a:solidFill>
                        <a:effectLst/>
                        <a:uFillTx/>
                        <a:latin typeface="Arial"/>
                      </a:endParaRPr>
                    </a:p>
                  </a:txBody>
                  <a:tcPr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3F3F3"/>
                    </a:solidFill>
                  </a:tcPr>
                </a:tc>
                <a:extLst>
                  <a:ext uri="{0D108BD9-81ED-4DB2-BD59-A6C34878D82A}">
                    <a16:rowId xmlns:a16="http://schemas.microsoft.com/office/drawing/2014/main" val="10014"/>
                  </a:ext>
                </a:extLst>
              </a:tr>
              <a:tr h="246600">
                <a:tc>
                  <a:txBody>
                    <a:bodyPr/>
                    <a:lstStyle/>
                    <a:p>
                      <a:pPr defTabSz="914400">
                        <a:lnSpc>
                          <a:spcPct val="100000"/>
                        </a:lnSpc>
                      </a:pPr>
                      <a:r>
                        <a:rPr lang="es-ES" sz="1100" b="0" u="none" strike="noStrike">
                          <a:solidFill>
                            <a:srgbClr val="222222"/>
                          </a:solidFill>
                          <a:effectLst/>
                          <a:uFillTx/>
                          <a:latin typeface="Calibri"/>
                        </a:rPr>
                        <a:t>007303</a:t>
                      </a:r>
                      <a:endParaRPr lang="en-US" sz="1100" b="0" u="none" strike="noStrike">
                        <a:solidFill>
                          <a:srgbClr val="000000"/>
                        </a:solidFill>
                        <a:effectLst/>
                        <a:uFillTx/>
                        <a:latin typeface="Arial"/>
                      </a:endParaRPr>
                    </a:p>
                  </a:txBody>
                  <a:tcPr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914400">
                        <a:lnSpc>
                          <a:spcPct val="100000"/>
                        </a:lnSpc>
                      </a:pPr>
                      <a:r>
                        <a:rPr lang="es-ES" sz="1100" b="0" u="none" strike="noStrike">
                          <a:solidFill>
                            <a:srgbClr val="222222"/>
                          </a:solidFill>
                          <a:effectLst/>
                          <a:uFillTx/>
                          <a:latin typeface="Calibri"/>
                        </a:rPr>
                        <a:t>5.18</a:t>
                      </a:r>
                      <a:endParaRPr lang="en-US" sz="1100" b="0" u="none" strike="noStrike">
                        <a:solidFill>
                          <a:srgbClr val="000000"/>
                        </a:solidFill>
                        <a:effectLst/>
                        <a:uFillTx/>
                        <a:latin typeface="Arial"/>
                      </a:endParaRPr>
                    </a:p>
                  </a:txBody>
                  <a:tcPr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914400">
                        <a:lnSpc>
                          <a:spcPct val="100000"/>
                        </a:lnSpc>
                      </a:pPr>
                      <a:r>
                        <a:rPr lang="es-ES" sz="1100" b="0" u="none" strike="noStrike">
                          <a:solidFill>
                            <a:srgbClr val="222222"/>
                          </a:solidFill>
                          <a:effectLst/>
                          <a:uFillTx/>
                          <a:latin typeface="Calibri"/>
                        </a:rPr>
                        <a:t>5.78</a:t>
                      </a:r>
                      <a:endParaRPr lang="en-US" sz="1100" b="0" u="none" strike="noStrike">
                        <a:solidFill>
                          <a:srgbClr val="000000"/>
                        </a:solidFill>
                        <a:effectLst/>
                        <a:uFillTx/>
                        <a:latin typeface="Arial"/>
                      </a:endParaRPr>
                    </a:p>
                  </a:txBody>
                  <a:tcPr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914400">
                        <a:lnSpc>
                          <a:spcPct val="100000"/>
                        </a:lnSpc>
                      </a:pPr>
                      <a:r>
                        <a:rPr lang="es-ES" sz="1100" b="0" u="none" strike="noStrike">
                          <a:solidFill>
                            <a:srgbClr val="222222"/>
                          </a:solidFill>
                          <a:effectLst/>
                          <a:uFillTx/>
                          <a:latin typeface="Calibri"/>
                        </a:rPr>
                        <a:t>-0.60</a:t>
                      </a:r>
                      <a:endParaRPr lang="en-US" sz="1100" b="0" u="none" strike="noStrike">
                        <a:solidFill>
                          <a:srgbClr val="000000"/>
                        </a:solidFill>
                        <a:effectLst/>
                        <a:uFillTx/>
                        <a:latin typeface="Arial"/>
                      </a:endParaRPr>
                    </a:p>
                  </a:txBody>
                  <a:tcPr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914400">
                        <a:lnSpc>
                          <a:spcPct val="100000"/>
                        </a:lnSpc>
                      </a:pPr>
                      <a:r>
                        <a:rPr lang="es-ES" sz="1100" b="0" u="none" strike="noStrike">
                          <a:solidFill>
                            <a:srgbClr val="222222"/>
                          </a:solidFill>
                          <a:effectLst/>
                          <a:uFillTx/>
                          <a:latin typeface="Calibri"/>
                        </a:rPr>
                        <a:t>-10.3</a:t>
                      </a:r>
                      <a:endParaRPr lang="en-US" sz="1100" b="0" u="none" strike="noStrike">
                        <a:solidFill>
                          <a:srgbClr val="000000"/>
                        </a:solidFill>
                        <a:effectLst/>
                        <a:uFillTx/>
                        <a:latin typeface="Arial"/>
                      </a:endParaRPr>
                    </a:p>
                  </a:txBody>
                  <a:tcPr marT="18000" marB="1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extLst>
                  <a:ext uri="{0D108BD9-81ED-4DB2-BD59-A6C34878D82A}">
                    <a16:rowId xmlns:a16="http://schemas.microsoft.com/office/drawing/2014/main" val="10015"/>
                  </a:ext>
                </a:extLst>
              </a:tr>
            </a:tbl>
          </a:graphicData>
        </a:graphic>
      </p:graphicFrame>
      <p:pic>
        <p:nvPicPr>
          <p:cNvPr id="130" name="Picture 8" descr="q3_c4_1.png"/>
          <p:cNvPicPr/>
          <p:nvPr/>
        </p:nvPicPr>
        <p:blipFill>
          <a:blip r:embed="rId3"/>
          <a:stretch/>
        </p:blipFill>
        <p:spPr>
          <a:xfrm>
            <a:off x="7498080" y="1371600"/>
            <a:ext cx="3291480" cy="3247920"/>
          </a:xfrm>
          <a:prstGeom prst="rect">
            <a:avLst/>
          </a:prstGeom>
          <a:noFill/>
          <a:ln w="0">
            <a:noFill/>
          </a:ln>
        </p:spPr>
      </p:pic>
      <p:sp>
        <p:nvSpPr>
          <p:cNvPr id="131" name="TextBox 9"/>
          <p:cNvSpPr/>
          <p:nvPr/>
        </p:nvSpPr>
        <p:spPr>
          <a:xfrm>
            <a:off x="7223760" y="4663440"/>
            <a:ext cx="4114440" cy="807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85840" indent="-285840" defTabSz="914400">
              <a:lnSpc>
                <a:spcPct val="100000"/>
              </a:lnSpc>
              <a:spcAft>
                <a:spcPts val="601"/>
              </a:spcAft>
              <a:buClr>
                <a:srgbClr val="000000"/>
              </a:buClr>
              <a:buFont typeface="Symbol" charset="2"/>
              <a:buChar char=""/>
            </a:pPr>
            <a:r>
              <a:rPr lang="es-ES" sz="1400" b="0" u="none" strike="noStrike">
                <a:solidFill>
                  <a:schemeClr val="dk1"/>
                </a:solidFill>
                <a:effectLst/>
                <a:uFillTx/>
                <a:latin typeface="Calibri"/>
              </a:rPr>
              <a:t>Mean absolute error 2.33 m, RMSE 2.93 m</a:t>
            </a:r>
            <a:endParaRPr lang="en-US" sz="1400" b="0" u="none" strike="noStrike">
              <a:solidFill>
                <a:srgbClr val="000000"/>
              </a:solidFill>
              <a:effectLst/>
              <a:uFillTx/>
              <a:latin typeface="Arial"/>
            </a:endParaRPr>
          </a:p>
          <a:p>
            <a:pPr marL="285840" indent="-285840" defTabSz="914400">
              <a:lnSpc>
                <a:spcPct val="100000"/>
              </a:lnSpc>
              <a:spcAft>
                <a:spcPts val="601"/>
              </a:spcAft>
              <a:buClr>
                <a:srgbClr val="000000"/>
              </a:buClr>
              <a:buFont typeface="Symbol" charset="2"/>
              <a:buChar char=""/>
            </a:pPr>
            <a:r>
              <a:rPr lang="es-ES" sz="1400" b="0" u="none" strike="noStrike">
                <a:solidFill>
                  <a:schemeClr val="dk1"/>
                </a:solidFill>
                <a:effectLst/>
                <a:uFillTx/>
                <a:latin typeface="Calibri"/>
              </a:rPr>
              <a:t>All errors are negative: the ground truth is the center of the car, the lidar hits its rear surface</a:t>
            </a:r>
            <a:endParaRPr lang="en-US" sz="1400" b="0" u="none" strike="noStrike">
              <a:solidFill>
                <a:srgbClr val="000000"/>
              </a:solidFill>
              <a:effectLst/>
              <a:uFillTx/>
              <a:latin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 name="CuadroTexto 4"/>
          <p:cNvSpPr/>
          <p:nvPr/>
        </p:nvSpPr>
        <p:spPr>
          <a:xfrm>
            <a:off x="1389960" y="2876400"/>
            <a:ext cx="9684360" cy="1938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s-ES" sz="4000" b="1" u="none" strike="noStrike">
                <a:solidFill>
                  <a:srgbClr val="D51F3B"/>
                </a:solidFill>
                <a:effectLst/>
                <a:uFillTx/>
                <a:latin typeface="Calibri"/>
              </a:rPr>
              <a:t>Q4 </a:t>
            </a:r>
            <a:r>
              <a:rPr lang="en-US" sz="4000" b="1" u="none" strike="noStrike">
                <a:solidFill>
                  <a:srgbClr val="D51F3B"/>
                </a:solidFill>
                <a:effectLst/>
                <a:uFillTx/>
                <a:latin typeface="Calibri"/>
              </a:rPr>
              <a:t>– </a:t>
            </a:r>
            <a:r>
              <a:rPr lang="es-ES" sz="4000" b="1" u="none" strike="noStrike">
                <a:solidFill>
                  <a:srgbClr val="D51F3B"/>
                </a:solidFill>
                <a:effectLst/>
                <a:uFillTx/>
                <a:latin typeface="Calibri"/>
              </a:rPr>
              <a:t>Autonomous navigation and slip estimation</a:t>
            </a:r>
            <a:endParaRPr lang="en-US" sz="4000" b="0" u="none" strike="noStrike">
              <a:solidFill>
                <a:srgbClr val="000000"/>
              </a:solidFill>
              <a:effectLst/>
              <a:uFillTx/>
              <a:latin typeface="Arial"/>
            </a:endParaRPr>
          </a:p>
          <a:p>
            <a:pPr defTabSz="914400">
              <a:lnSpc>
                <a:spcPct val="100000"/>
              </a:lnSpc>
            </a:pPr>
            <a:r>
              <a:rPr lang="es-ES" sz="4000" b="0" u="none" strike="noStrike">
                <a:solidFill>
                  <a:srgbClr val="D51F3B"/>
                </a:solidFill>
                <a:effectLst/>
                <a:uFillTx/>
                <a:latin typeface="Calibri"/>
              </a:rPr>
              <a:t>  </a:t>
            </a:r>
            <a:endParaRPr lang="en-US" sz="4000" b="0" u="none" strike="noStrike">
              <a:solidFill>
                <a:srgbClr val="000000"/>
              </a:solidFill>
              <a:effectLst/>
              <a:uFillTx/>
              <a:latin typeface="Arial"/>
            </a:endParaRPr>
          </a:p>
        </p:txBody>
      </p:sp>
      <p:sp>
        <p:nvSpPr>
          <p:cNvPr id="133" name="CuadroTexto 6"/>
          <p:cNvSpPr/>
          <p:nvPr/>
        </p:nvSpPr>
        <p:spPr>
          <a:xfrm>
            <a:off x="5581080" y="4142520"/>
            <a:ext cx="1302480" cy="399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s-ES" sz="2000" b="0" u="none" strike="noStrike">
                <a:solidFill>
                  <a:schemeClr val="dk1"/>
                </a:solidFill>
                <a:effectLst/>
                <a:uFillTx/>
                <a:latin typeface="Calibri"/>
              </a:rPr>
              <a:t>25 points</a:t>
            </a:r>
            <a:endParaRPr lang="en-US" sz="2000" b="0" u="none" strike="noStrike">
              <a:solidFill>
                <a:srgbClr val="000000"/>
              </a:solidFill>
              <a:effectLst/>
              <a:uFillTx/>
              <a:latin typeface="Arial"/>
            </a:endParaRPr>
          </a:p>
        </p:txBody>
      </p:sp>
      <p:pic>
        <p:nvPicPr>
          <p:cNvPr id="134" name="Imagen 8"/>
          <p:cNvPicPr/>
          <p:nvPr/>
        </p:nvPicPr>
        <p:blipFill>
          <a:blip r:embed="rId2"/>
          <a:stretch/>
        </p:blipFill>
        <p:spPr>
          <a:xfrm>
            <a:off x="204120" y="6016680"/>
            <a:ext cx="1941120" cy="710280"/>
          </a:xfrm>
          <a:prstGeom prst="rect">
            <a:avLst/>
          </a:prstGeom>
          <a:noFill/>
          <a:ln w="0">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PlaceHolder 1"/>
          <p:cNvSpPr>
            <a:spLocks noGrp="1"/>
          </p:cNvSpPr>
          <p:nvPr>
            <p:ph/>
          </p:nvPr>
        </p:nvSpPr>
        <p:spPr>
          <a:xfrm>
            <a:off x="838080" y="1825560"/>
            <a:ext cx="10514880" cy="4350600"/>
          </a:xfrm>
          <a:prstGeom prst="rect">
            <a:avLst/>
          </a:prstGeom>
          <a:noFill/>
          <a:ln w="0">
            <a:noFill/>
          </a:ln>
        </p:spPr>
        <p:txBody>
          <a:bodyPr lIns="91440" tIns="45720" rIns="91440" bIns="45720" anchor="t">
            <a:normAutofit/>
          </a:bodyPr>
          <a:lstStyle/>
          <a:p>
            <a:pPr marL="228600" indent="-228600" algn="l" defTabSz="914400">
              <a:lnSpc>
                <a:spcPct val="90000"/>
              </a:lnSpc>
              <a:spcBef>
                <a:spcPts val="1001"/>
              </a:spcBef>
              <a:buClr>
                <a:srgbClr val="000000"/>
              </a:buClr>
              <a:buFont typeface="Arial"/>
              <a:buChar char="•"/>
            </a:pPr>
            <a:r>
              <a:rPr lang="es-ES" sz="2800" b="1" u="none" strike="noStrike">
                <a:solidFill>
                  <a:schemeClr val="dk1"/>
                </a:solidFill>
                <a:effectLst/>
                <a:uFillTx/>
                <a:latin typeface="Calibri"/>
              </a:rPr>
              <a:t>Objective: </a:t>
            </a:r>
            <a:r>
              <a:rPr lang="en-US" sz="2800" b="0" u="none" strike="noStrike">
                <a:solidFill>
                  <a:schemeClr val="dk1"/>
                </a:solidFill>
                <a:effectLst/>
                <a:uFillTx/>
                <a:latin typeface="Calibri"/>
              </a:rPr>
              <a:t>Simulate the autonomous navigation of a robot in Webots toward a predefined target, implementing obstacle avoidance.</a:t>
            </a:r>
            <a:endParaRPr lang="es-ES" sz="2800" b="0" u="none" strike="noStrike">
              <a:solidFill>
                <a:schemeClr val="dk1"/>
              </a:solidFill>
              <a:effectLst/>
              <a:uFillTx/>
              <a:latin typeface="Calibri"/>
            </a:endParaRPr>
          </a:p>
          <a:p>
            <a:pPr marL="228600" indent="-228600" algn="l" defTabSz="914400">
              <a:lnSpc>
                <a:spcPct val="90000"/>
              </a:lnSpc>
              <a:spcBef>
                <a:spcPts val="1001"/>
              </a:spcBef>
              <a:buClr>
                <a:srgbClr val="000000"/>
              </a:buClr>
              <a:buFont typeface="Arial"/>
              <a:buChar char="•"/>
            </a:pPr>
            <a:r>
              <a:rPr lang="es-ES" sz="2800" b="1" u="none" strike="noStrike">
                <a:solidFill>
                  <a:schemeClr val="dk1"/>
                </a:solidFill>
                <a:effectLst/>
                <a:uFillTx/>
                <a:latin typeface="Calibri"/>
              </a:rPr>
              <a:t>Method:</a:t>
            </a:r>
            <a:endParaRPr lang="es-ES" sz="2800" b="0" u="none" strike="noStrike">
              <a:solidFill>
                <a:schemeClr val="dk1"/>
              </a:solidFill>
              <a:effectLst/>
              <a:uFillTx/>
              <a:latin typeface="Calibri"/>
            </a:endParaRPr>
          </a:p>
          <a:p>
            <a:pPr marL="685800" lvl="1"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Calibri"/>
              </a:rPr>
              <a:t>Navigation and Collision Avoidance</a:t>
            </a:r>
            <a:endParaRPr lang="es-ES" sz="2400" b="0" u="none" strike="noStrike">
              <a:solidFill>
                <a:schemeClr val="dk1"/>
              </a:solidFill>
              <a:effectLst/>
              <a:uFillTx/>
              <a:latin typeface="Calibri"/>
            </a:endParaRPr>
          </a:p>
          <a:p>
            <a:pPr marL="685800" lvl="1"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Calibri"/>
              </a:rPr>
              <a:t>Speed ​​Calculation:</a:t>
            </a:r>
            <a:endParaRPr lang="es-ES" sz="2400" b="0" u="none" strike="noStrike">
              <a:solidFill>
                <a:schemeClr val="dk1"/>
              </a:solidFill>
              <a:effectLst/>
              <a:uFillTx/>
              <a:latin typeface="Calibri"/>
            </a:endParaRPr>
          </a:p>
          <a:p>
            <a:pPr marL="457200" indent="0" algn="l" defTabSz="914400">
              <a:lnSpc>
                <a:spcPct val="90000"/>
              </a:lnSpc>
              <a:spcBef>
                <a:spcPts val="499"/>
              </a:spcBef>
              <a:buNone/>
              <a:tabLst>
                <a:tab pos="0" algn="l"/>
              </a:tabLst>
            </a:pPr>
            <a:endParaRPr lang="es-ES" sz="2400" b="0" u="none" strike="noStrike">
              <a:solidFill>
                <a:schemeClr val="dk1"/>
              </a:solidFill>
              <a:effectLst/>
              <a:uFillTx/>
              <a:latin typeface="Calibri"/>
            </a:endParaRPr>
          </a:p>
          <a:p>
            <a:pPr marL="685800" lvl="1" indent="-228600" algn="l" defTabSz="914400">
              <a:lnSpc>
                <a:spcPct val="90000"/>
              </a:lnSpc>
              <a:spcBef>
                <a:spcPts val="499"/>
              </a:spcBef>
              <a:buClr>
                <a:srgbClr val="000000"/>
              </a:buClr>
              <a:buFont typeface="Arial"/>
              <a:buChar char="•"/>
              <a:tabLst>
                <a:tab pos="0" algn="l"/>
              </a:tabLst>
            </a:pPr>
            <a:r>
              <a:rPr lang="en-US" sz="2400" b="0" u="none" strike="noStrike">
                <a:solidFill>
                  <a:schemeClr val="dk1"/>
                </a:solidFill>
                <a:effectLst/>
                <a:uFillTx/>
                <a:latin typeface="Calibri"/>
              </a:rPr>
              <a:t>Slip Estimation:</a:t>
            </a:r>
            <a:br>
              <a:rPr sz="2400"/>
            </a:br>
            <a:r>
              <a:rPr lang="es-ES" sz="2400" b="0" u="none" strike="noStrike">
                <a:solidFill>
                  <a:schemeClr val="dk1"/>
                </a:solidFill>
                <a:effectLst/>
                <a:uFillTx/>
                <a:latin typeface="Calibri"/>
              </a:rPr>
              <a:t> </a:t>
            </a:r>
          </a:p>
          <a:p>
            <a:pPr indent="0" algn="l" defTabSz="914400">
              <a:lnSpc>
                <a:spcPct val="90000"/>
              </a:lnSpc>
              <a:spcBef>
                <a:spcPts val="1001"/>
              </a:spcBef>
              <a:buNone/>
              <a:tabLst>
                <a:tab pos="0" algn="l"/>
              </a:tabLst>
            </a:pPr>
            <a:endParaRPr lang="es-ES" sz="2800" b="0" u="none" strike="noStrike">
              <a:solidFill>
                <a:schemeClr val="dk1"/>
              </a:solidFill>
              <a:effectLst/>
              <a:uFillTx/>
              <a:latin typeface="Calibri"/>
            </a:endParaRPr>
          </a:p>
        </p:txBody>
      </p:sp>
      <p:sp>
        <p:nvSpPr>
          <p:cNvPr id="136" name="CuadroTexto 4"/>
          <p:cNvSpPr/>
          <p:nvPr/>
        </p:nvSpPr>
        <p:spPr>
          <a:xfrm>
            <a:off x="838080" y="603360"/>
            <a:ext cx="6094080" cy="707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s-ES" sz="4000" b="0" u="none" strike="noStrike">
                <a:solidFill>
                  <a:srgbClr val="D51F3B"/>
                </a:solidFill>
                <a:effectLst/>
                <a:uFillTx/>
                <a:latin typeface="Calibri"/>
              </a:rPr>
              <a:t>Objective &amp; Method</a:t>
            </a:r>
            <a:endParaRPr lang="en-US" sz="4000" b="0" u="none" strike="noStrike">
              <a:solidFill>
                <a:srgbClr val="000000"/>
              </a:solidFill>
              <a:effectLst/>
              <a:uFillTx/>
              <a:latin typeface="Arial"/>
            </a:endParaRPr>
          </a:p>
        </p:txBody>
      </p:sp>
      <p:pic>
        <p:nvPicPr>
          <p:cNvPr id="137" name="Imagen 3"/>
          <p:cNvPicPr/>
          <p:nvPr/>
        </p:nvPicPr>
        <p:blipFill>
          <a:blip r:embed="rId2"/>
          <a:srcRect r="11519"/>
          <a:stretch/>
        </p:blipFill>
        <p:spPr>
          <a:xfrm>
            <a:off x="713160" y="5919480"/>
            <a:ext cx="9524160" cy="846360"/>
          </a:xfrm>
          <a:prstGeom prst="rect">
            <a:avLst/>
          </a:prstGeom>
          <a:noFill/>
          <a:ln w="0">
            <a:noFill/>
          </a:ln>
        </p:spPr>
      </p:pic>
      <p:pic>
        <p:nvPicPr>
          <p:cNvPr id="138" name="Imagen 6"/>
          <p:cNvPicPr/>
          <p:nvPr/>
        </p:nvPicPr>
        <p:blipFill>
          <a:blip r:embed="rId2"/>
          <a:srcRect l="88455" b="38841"/>
          <a:stretch/>
        </p:blipFill>
        <p:spPr>
          <a:xfrm>
            <a:off x="10238400" y="5918040"/>
            <a:ext cx="1239840" cy="517320"/>
          </a:xfrm>
          <a:prstGeom prst="rect">
            <a:avLst/>
          </a:prstGeom>
          <a:noFill/>
          <a:ln w="0">
            <a:noFill/>
          </a:ln>
        </p:spPr>
      </p:pic>
      <p:pic>
        <p:nvPicPr>
          <p:cNvPr id="139" name="Imagen 7"/>
          <p:cNvPicPr/>
          <p:nvPr/>
        </p:nvPicPr>
        <p:blipFill>
          <a:blip r:embed="rId3"/>
          <a:stretch/>
        </p:blipFill>
        <p:spPr>
          <a:xfrm>
            <a:off x="4262760" y="3619800"/>
            <a:ext cx="1564560" cy="372240"/>
          </a:xfrm>
          <a:prstGeom prst="rect">
            <a:avLst/>
          </a:prstGeom>
          <a:noFill/>
          <a:ln w="0">
            <a:noFill/>
          </a:ln>
        </p:spPr>
      </p:pic>
      <p:pic>
        <p:nvPicPr>
          <p:cNvPr id="140" name="Imagen 10"/>
          <p:cNvPicPr/>
          <p:nvPr/>
        </p:nvPicPr>
        <p:blipFill>
          <a:blip r:embed="rId4"/>
          <a:stretch/>
        </p:blipFill>
        <p:spPr>
          <a:xfrm>
            <a:off x="3725280" y="4329720"/>
            <a:ext cx="2102400" cy="650880"/>
          </a:xfrm>
          <a:prstGeom prst="rect">
            <a:avLst/>
          </a:prstGeom>
          <a:noFill/>
          <a:ln w="0">
            <a:noFill/>
          </a:ln>
        </p:spPr>
      </p:pic>
      <p:pic>
        <p:nvPicPr>
          <p:cNvPr id="141" name="Imagen 13" descr="GitHub - cyberbotics/webots: Webots Robot Simulator · GitHub"/>
          <p:cNvPicPr/>
          <p:nvPr/>
        </p:nvPicPr>
        <p:blipFill>
          <a:blip r:embed="rId5"/>
          <a:stretch/>
        </p:blipFill>
        <p:spPr>
          <a:xfrm>
            <a:off x="7839720" y="2800800"/>
            <a:ext cx="3044880" cy="3044880"/>
          </a:xfrm>
          <a:prstGeom prst="rect">
            <a:avLst/>
          </a:prstGeom>
          <a:noFill/>
          <a:ln w="0">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 name="CuadroTexto 4"/>
          <p:cNvSpPr/>
          <p:nvPr/>
        </p:nvSpPr>
        <p:spPr>
          <a:xfrm>
            <a:off x="838080" y="603360"/>
            <a:ext cx="6094080" cy="707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s-ES" sz="4000" b="0" u="none" strike="noStrike">
                <a:solidFill>
                  <a:srgbClr val="D51F3B"/>
                </a:solidFill>
                <a:effectLst/>
                <a:uFillTx/>
                <a:latin typeface="Calibri"/>
              </a:rPr>
              <a:t>Results</a:t>
            </a:r>
            <a:endParaRPr lang="en-US" sz="4000" b="0" u="none" strike="noStrike">
              <a:solidFill>
                <a:srgbClr val="000000"/>
              </a:solidFill>
              <a:effectLst/>
              <a:uFillTx/>
              <a:latin typeface="Arial"/>
            </a:endParaRPr>
          </a:p>
        </p:txBody>
      </p:sp>
      <p:pic>
        <p:nvPicPr>
          <p:cNvPr id="143" name="Imagen 3"/>
          <p:cNvPicPr/>
          <p:nvPr/>
        </p:nvPicPr>
        <p:blipFill>
          <a:blip r:embed="rId6"/>
          <a:srcRect r="11519"/>
          <a:stretch/>
        </p:blipFill>
        <p:spPr>
          <a:xfrm>
            <a:off x="713160" y="5919480"/>
            <a:ext cx="9524160" cy="846360"/>
          </a:xfrm>
          <a:prstGeom prst="rect">
            <a:avLst/>
          </a:prstGeom>
          <a:noFill/>
          <a:ln w="0">
            <a:noFill/>
          </a:ln>
        </p:spPr>
      </p:pic>
      <p:pic>
        <p:nvPicPr>
          <p:cNvPr id="144" name="Imagen 6"/>
          <p:cNvPicPr/>
          <p:nvPr/>
        </p:nvPicPr>
        <p:blipFill>
          <a:blip r:embed="rId6"/>
          <a:srcRect l="88455" b="38841"/>
          <a:stretch/>
        </p:blipFill>
        <p:spPr>
          <a:xfrm>
            <a:off x="10238400" y="5918040"/>
            <a:ext cx="1239840" cy="517320"/>
          </a:xfrm>
          <a:prstGeom prst="rect">
            <a:avLst/>
          </a:prstGeom>
          <a:noFill/>
          <a:ln w="0">
            <a:noFill/>
          </a:ln>
        </p:spPr>
      </p:pic>
      <p:sp>
        <p:nvSpPr>
          <p:cNvPr id="145" name="CuadroTexto 7"/>
          <p:cNvSpPr/>
          <p:nvPr/>
        </p:nvSpPr>
        <p:spPr>
          <a:xfrm>
            <a:off x="2213280" y="1936080"/>
            <a:ext cx="1738080" cy="368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s-ES" sz="1800" b="0" u="none" strike="noStrike">
                <a:solidFill>
                  <a:schemeClr val="dk1"/>
                </a:solidFill>
                <a:effectLst/>
                <a:uFillTx/>
                <a:latin typeface="Calibri"/>
              </a:rPr>
              <a:t>Low Friction</a:t>
            </a:r>
            <a:endParaRPr lang="en-US" sz="1800" b="0" u="none" strike="noStrike">
              <a:solidFill>
                <a:srgbClr val="000000"/>
              </a:solidFill>
              <a:effectLst/>
              <a:uFillTx/>
              <a:latin typeface="Arial"/>
            </a:endParaRPr>
          </a:p>
        </p:txBody>
      </p:sp>
      <p:sp>
        <p:nvSpPr>
          <p:cNvPr id="146" name="CuadroTexto 10"/>
          <p:cNvSpPr/>
          <p:nvPr/>
        </p:nvSpPr>
        <p:spPr>
          <a:xfrm>
            <a:off x="8499600" y="1942560"/>
            <a:ext cx="1738080" cy="368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s-ES" sz="1800" b="0" u="none" strike="noStrike">
                <a:solidFill>
                  <a:schemeClr val="dk1"/>
                </a:solidFill>
                <a:effectLst/>
                <a:uFillTx/>
                <a:latin typeface="Calibri"/>
              </a:rPr>
              <a:t>High Friction</a:t>
            </a:r>
            <a:endParaRPr lang="en-US" sz="1800" b="0" u="none" strike="noStrike">
              <a:solidFill>
                <a:srgbClr val="000000"/>
              </a:solidFill>
              <a:effectLst/>
              <a:uFillTx/>
              <a:latin typeface="Arial"/>
            </a:endParaRPr>
          </a:p>
        </p:txBody>
      </p:sp>
      <p:pic>
        <p:nvPicPr>
          <p:cNvPr id="147" name="Grafik 146">
            <a:hlinkClick r:id="" action="ppaction://media"/>
          </p:cNvPr>
          <p:cNvPicPr/>
          <p:nvPr>
            <a:videoFile r:link="rId2"/>
            <p:extLst>
              <p:ext uri="{DAA4B4D4-6D71-4841-9C94-3DE7FCFB9230}">
                <p14:media xmlns:p14="http://schemas.microsoft.com/office/powerpoint/2010/main" r:embed="rId1"/>
              </p:ext>
            </p:extLst>
          </p:nvPr>
        </p:nvPicPr>
        <p:blipFill>
          <a:blip r:embed="rId7"/>
          <a:stretch>
            <a:fillRect/>
          </a:stretch>
        </p:blipFill>
        <p:spPr>
          <a:xfrm>
            <a:off x="713160" y="2327400"/>
            <a:ext cx="4257000" cy="3274200"/>
          </a:xfrm>
          <a:prstGeom prst="rect">
            <a:avLst/>
          </a:prstGeom>
          <a:ln w="0">
            <a:noFill/>
          </a:ln>
        </p:spPr>
      </p:pic>
      <p:pic>
        <p:nvPicPr>
          <p:cNvPr id="148" name="Grafik 147">
            <a:hlinkClick r:id="" action="ppaction://media"/>
          </p:cNvPr>
          <p:cNvPicPr/>
          <p:nvPr>
            <a:videoFile r:link="rId4"/>
            <p:extLst>
              <p:ext uri="{DAA4B4D4-6D71-4841-9C94-3DE7FCFB9230}">
                <p14:media xmlns:p14="http://schemas.microsoft.com/office/powerpoint/2010/main" r:embed="rId3"/>
              </p:ext>
            </p:extLst>
          </p:nvPr>
        </p:nvPicPr>
        <p:blipFill>
          <a:blip r:embed="rId8"/>
          <a:stretch>
            <a:fillRect/>
          </a:stretch>
        </p:blipFill>
        <p:spPr>
          <a:xfrm>
            <a:off x="6999840" y="2327400"/>
            <a:ext cx="4257000" cy="3274200"/>
          </a:xfrm>
          <a:prstGeom prst="rect">
            <a:avLst/>
          </a:prstGeom>
          <a:ln w="0">
            <a:noFill/>
          </a:ln>
        </p:spPr>
      </p:pic>
      <p:pic>
        <p:nvPicPr>
          <p:cNvPr id="149" name="Imagen 12"/>
          <p:cNvPicPr/>
          <p:nvPr/>
        </p:nvPicPr>
        <p:blipFill>
          <a:blip r:embed="rId9"/>
          <a:stretch/>
        </p:blipFill>
        <p:spPr>
          <a:xfrm>
            <a:off x="1751760" y="1488960"/>
            <a:ext cx="8226360" cy="4113000"/>
          </a:xfrm>
          <a:prstGeom prst="rect">
            <a:avLst/>
          </a:prstGeom>
          <a:noFill/>
          <a:ln w="0">
            <a:noFill/>
          </a:ln>
        </p:spPr>
      </p:pic>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0" presetClass="entr" fill="hold" nodeType="clickEffect">
                                  <p:stCondLst>
                                    <p:cond delay="0"/>
                                  </p:stCondLst>
                                  <p:childTnLst>
                                    <p:set>
                                      <p:cBhvr>
                                        <p:cTn id="6" dur="1" fill="hold">
                                          <p:stCondLst>
                                            <p:cond delay="0"/>
                                          </p:stCondLst>
                                        </p:cTn>
                                        <p:tgtEl>
                                          <p:spTgt spid="149"/>
                                        </p:tgtEl>
                                        <p:attrNameLst>
                                          <p:attrName>style.visibility</p:attrName>
                                        </p:attrNameLst>
                                      </p:cBhvr>
                                      <p:to>
                                        <p:strVal val="visible"/>
                                      </p:to>
                                    </p:set>
                                    <p:animEffect transition="in" filter="fade">
                                      <p:cBhvr additive="repl">
                                        <p:cTn id="7" dur="500"/>
                                        <p:tgtEl>
                                          <p:spTgt spid="149"/>
                                        </p:tgtEl>
                                      </p:cBhvr>
                                    </p:animEffect>
                                  </p:childTnLst>
                                </p:cTn>
                              </p:par>
                              <p:par>
                                <p:cTn id="8" presetID="10" presetClass="exit" fill="hold" nodeType="withEffect">
                                  <p:stCondLst>
                                    <p:cond delay="0"/>
                                  </p:stCondLst>
                                  <p:childTnLst>
                                    <p:animEffect transition="out" filter="fade">
                                      <p:cBhvr additive="repl">
                                        <p:cTn id="9" dur="500"/>
                                        <p:tgtEl>
                                          <p:spTgt spid="147"/>
                                        </p:tgtEl>
                                      </p:cBhvr>
                                    </p:animEffect>
                                    <p:set>
                                      <p:cBhvr>
                                        <p:cTn id="10" dur="1" fill="hold">
                                          <p:stCondLst>
                                            <p:cond delay="499"/>
                                          </p:stCondLst>
                                        </p:cTn>
                                        <p:tgtEl>
                                          <p:spTgt spid="147"/>
                                        </p:tgtEl>
                                        <p:attrNameLst>
                                          <p:attrName>style.visibility</p:attrName>
                                        </p:attrNameLst>
                                      </p:cBhvr>
                                      <p:to>
                                        <p:strVal val="hidden"/>
                                      </p:to>
                                    </p:set>
                                    <p:cmd type="call" cmd="stop">
                                      <p:cBhvr>
                                        <p:cTn id="11" dur="1" fill="hold">
                                          <p:stCondLst>
                                            <p:cond delay="499"/>
                                          </p:stCondLst>
                                        </p:cTn>
                                        <p:tgtEl>
                                          <p:spTgt spid="147"/>
                                        </p:tgtEl>
                                      </p:cBhvr>
                                    </p:cmd>
                                  </p:childTnLst>
                                </p:cTn>
                              </p:par>
                              <p:par>
                                <p:cTn id="12" presetID="10" presetClass="exit" fill="hold" nodeType="withEffect">
                                  <p:stCondLst>
                                    <p:cond delay="0"/>
                                  </p:stCondLst>
                                  <p:childTnLst>
                                    <p:animEffect transition="out" filter="fade">
                                      <p:cBhvr additive="repl">
                                        <p:cTn id="13" dur="500"/>
                                        <p:tgtEl>
                                          <p:spTgt spid="148"/>
                                        </p:tgtEl>
                                      </p:cBhvr>
                                    </p:animEffect>
                                    <p:set>
                                      <p:cBhvr>
                                        <p:cTn id="14" dur="1" fill="hold">
                                          <p:stCondLst>
                                            <p:cond delay="499"/>
                                          </p:stCondLst>
                                        </p:cTn>
                                        <p:tgtEl>
                                          <p:spTgt spid="148"/>
                                        </p:tgtEl>
                                        <p:attrNameLst>
                                          <p:attrName>style.visibility</p:attrName>
                                        </p:attrNameLst>
                                      </p:cBhvr>
                                      <p:to>
                                        <p:strVal val="hidden"/>
                                      </p:to>
                                    </p:set>
                                    <p:cmd type="call" cmd="stop">
                                      <p:cBhvr>
                                        <p:cTn id="15" dur="1" fill="hold">
                                          <p:stCondLst>
                                            <p:cond delay="499"/>
                                          </p:stCondLst>
                                        </p:cTn>
                                        <p:tgtEl>
                                          <p:spTgt spid="14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p:cTn id="16">
                  <p:stCondLst>
                    <p:cond delay="indefinite"/>
                  </p:stCondLst>
                </p:cTn>
                <p:tgtEl>
                  <p:spTgt spid="147"/>
                </p:tgtEl>
              </p:cMediaNode>
            </p:video>
            <p:seq>
              <p:cTn id="17" restart="whenNotActive" fill="hold" nodeType="interactiveSeq">
                <p:stCondLst>
                  <p:cond evt="onClick" delay="0">
                    <p:tgtEl>
                      <p:spTgt spid="147"/>
                    </p:tgtEl>
                  </p:cond>
                </p:stCondLst>
                <p:childTnLst>
                  <p:par>
                    <p:cTn id="18" fill="hold">
                      <p:stCondLst>
                        <p:cond evt="onClick" delay="0">
                          <p:tgtEl>
                            <p:spTgt spid="147"/>
                          </p:tgtEl>
                        </p:cond>
                      </p:stCondLst>
                      <p:childTnLst>
                        <p:par>
                          <p:cTn id="19" fill="hold">
                            <p:stCondLst>
                              <p:cond delay="0"/>
                            </p:stCondLst>
                            <p:childTnLst>
                              <p:par>
                                <p:cTn id="20" presetClass="mediacall" fill="hold" nodeType="clickEffect">
                                  <p:stCondLst>
                                    <p:cond delay="0"/>
                                  </p:stCondLst>
                                  <p:childTnLst>
                                    <p:cmd type="call" cmd="togglePause">
                                      <p:cBhvr>
                                        <p:cTn id="21" dur="1" fill="hold"/>
                                        <p:tgtEl>
                                          <p:spTgt spid="147"/>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p:cTn id="22">
                  <p:stCondLst>
                    <p:cond delay="indefinite"/>
                  </p:stCondLst>
                </p:cTn>
                <p:tgtEl>
                  <p:spTgt spid="148"/>
                </p:tgtEl>
              </p:cMediaNode>
            </p:video>
            <p:seq>
              <p:cTn id="23" restart="whenNotActive" fill="hold" nodeType="interactiveSeq">
                <p:stCondLst>
                  <p:cond evt="onClick" delay="0">
                    <p:tgtEl>
                      <p:spTgt spid="148"/>
                    </p:tgtEl>
                  </p:cond>
                </p:stCondLst>
                <p:childTnLst>
                  <p:par>
                    <p:cTn id="24" fill="hold">
                      <p:stCondLst>
                        <p:cond evt="onClick" delay="0">
                          <p:tgtEl>
                            <p:spTgt spid="148"/>
                          </p:tgtEl>
                        </p:cond>
                      </p:stCondLst>
                      <p:childTnLst>
                        <p:par>
                          <p:cTn id="25" fill="hold">
                            <p:stCondLst>
                              <p:cond delay="0"/>
                            </p:stCondLst>
                            <p:childTnLst>
                              <p:par>
                                <p:cTn id="26" presetClass="mediacall" fill="hold" nodeType="clickEffect">
                                  <p:stCondLst>
                                    <p:cond delay="0"/>
                                  </p:stCondLst>
                                  <p:childTnLst>
                                    <p:cmd type="call" cmd="togglePause">
                                      <p:cBhvr>
                                        <p:cTn id="27" dur="1" fill="hold"/>
                                        <p:tgtEl>
                                          <p:spTgt spid="14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944</Words>
  <Application>Microsoft Office PowerPoint</Application>
  <PresentationFormat>Breitbild</PresentationFormat>
  <Paragraphs>179</Paragraphs>
  <Slides>21</Slides>
  <Notes>0</Notes>
  <HiddenSlides>0</HiddenSlides>
  <MMClips>2</MMClips>
  <ScaleCrop>false</ScaleCrop>
  <HeadingPairs>
    <vt:vector size="6" baseType="variant">
      <vt:variant>
        <vt:lpstr>Verwendete Schriftarten</vt:lpstr>
      </vt:variant>
      <vt:variant>
        <vt:i4>6</vt:i4>
      </vt:variant>
      <vt:variant>
        <vt:lpstr>Design</vt:lpstr>
      </vt:variant>
      <vt:variant>
        <vt:i4>1</vt:i4>
      </vt:variant>
      <vt:variant>
        <vt:lpstr>Folientitel</vt:lpstr>
      </vt:variant>
      <vt:variant>
        <vt:i4>21</vt:i4>
      </vt:variant>
    </vt:vector>
  </HeadingPairs>
  <TitlesOfParts>
    <vt:vector size="28" baseType="lpstr">
      <vt:lpstr>Arial</vt:lpstr>
      <vt:lpstr>Calibri</vt:lpstr>
      <vt:lpstr>Calibri Light</vt:lpstr>
      <vt:lpstr>Symbol</vt:lpstr>
      <vt:lpstr>Times New Roman</vt:lpstr>
      <vt:lpstr>Wingdings</vt:lpstr>
      <vt:lpstr>Tema de Office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ICP</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Javi Comes</dc:creator>
  <dc:description/>
  <cp:lastModifiedBy>Richard Rumpelt</cp:lastModifiedBy>
  <cp:revision>13</cp:revision>
  <dcterms:created xsi:type="dcterms:W3CDTF">2026-09-26T15:32:31Z</dcterms:created>
  <dcterms:modified xsi:type="dcterms:W3CDTF">2026-10-30T13:38:48Z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MClips">
    <vt:i4>2</vt:i4>
  </property>
  <property fmtid="{D5CDD505-2E9C-101B-9397-08002B2CF9AE}" pid="3" name="PresentationFormat">
    <vt:lpwstr>Panorámica</vt:lpwstr>
  </property>
  <property fmtid="{D5CDD505-2E9C-101B-9397-08002B2CF9AE}" pid="4" name="Slides">
    <vt:i4>20</vt:i4>
  </property>
</Properties>
</file>